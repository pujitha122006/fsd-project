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6" r:id="rId11"/>
    <p:sldId id="269" r:id="rId12"/>
    <p:sldId id="267" r:id="rId13"/>
    <p:sldId id="268" r:id="rId14"/>
    <p:sldId id="270" r:id="rId15"/>
    <p:sldId id="265" r:id="rId16"/>
  </p:sldIdLst>
  <p:sldSz cx="18288000" cy="10287000"/>
  <p:notesSz cx="6858000" cy="9144000"/>
  <p:embeddedFontLst>
    <p:embeddedFont>
      <p:font typeface="Bookman Old Style" panose="02050604050505020204" pitchFamily="18" charset="0"/>
      <p:regular r:id="rId17"/>
      <p:bold r:id="rId18"/>
      <p:italic r:id="rId19"/>
      <p:boldItalic r:id="rId20"/>
    </p:embeddedFont>
    <p:embeddedFont>
      <p:font typeface="Cambria" panose="02040503050406030204" pitchFamily="18" charset="0"/>
      <p:regular r:id="rId21"/>
      <p:bold r:id="rId22"/>
      <p:italic r:id="rId23"/>
      <p:boldItalic r:id="rId24"/>
    </p:embeddedFont>
    <p:embeddedFont>
      <p:font typeface="Gotham" panose="020B0604020202020204" charset="0"/>
      <p:regular r:id="rId25"/>
    </p:embeddedFont>
    <p:embeddedFont>
      <p:font typeface="Gotham Bold Italics" panose="020B0604020202020204" charset="0"/>
      <p:regular r:id="rId2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C80BE0D-0DAD-4B20-8BFB-DC1DC3D332CF}" v="32" dt="2026-05-04T17:44:45.54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p:scale>
          <a:sx n="50" d="100"/>
          <a:sy n="50" d="100"/>
        </p:scale>
        <p:origin x="946" y="20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26" Type="http://schemas.openxmlformats.org/officeDocument/2006/relationships/font" Target="fonts/font10.fntdata"/><Relationship Id="rId3" Type="http://schemas.openxmlformats.org/officeDocument/2006/relationships/slide" Target="slides/slide2.xml"/><Relationship Id="rId21" Type="http://schemas.openxmlformats.org/officeDocument/2006/relationships/font" Target="fonts/font5.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5" Type="http://schemas.openxmlformats.org/officeDocument/2006/relationships/font" Target="fonts/font9.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4.fntdata"/><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8.fntdata"/><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7.fntdata"/><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3.fntdata"/><Relationship Id="rId31"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6.fntdata"/><Relationship Id="rId27" Type="http://schemas.openxmlformats.org/officeDocument/2006/relationships/presProps" Target="presProps.xml"/><Relationship Id="rId30"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UJITHA EMMADISETTY" userId="c1dc7246a87dfce9" providerId="LiveId" clId="{1F5DC4D3-1F64-47CD-B982-F4E97F1621D0}"/>
    <pc:docChg chg="undo custSel modSld">
      <pc:chgData name="PUJITHA EMMADISETTY" userId="c1dc7246a87dfce9" providerId="LiveId" clId="{1F5DC4D3-1F64-47CD-B982-F4E97F1621D0}" dt="2026-05-04T17:45:12.805" v="244" actId="255"/>
      <pc:docMkLst>
        <pc:docMk/>
      </pc:docMkLst>
      <pc:sldChg chg="modSp mod">
        <pc:chgData name="PUJITHA EMMADISETTY" userId="c1dc7246a87dfce9" providerId="LiveId" clId="{1F5DC4D3-1F64-47CD-B982-F4E97F1621D0}" dt="2026-05-04T17:45:12.805" v="244" actId="255"/>
        <pc:sldMkLst>
          <pc:docMk/>
          <pc:sldMk cId="0" sldId="256"/>
        </pc:sldMkLst>
        <pc:spChg chg="mod">
          <ac:chgData name="PUJITHA EMMADISETTY" userId="c1dc7246a87dfce9" providerId="LiveId" clId="{1F5DC4D3-1F64-47CD-B982-F4E97F1621D0}" dt="2026-05-04T17:45:12.805" v="244" actId="255"/>
          <ac:spMkLst>
            <pc:docMk/>
            <pc:sldMk cId="0" sldId="256"/>
            <ac:spMk id="16" creationId="{A7AA51DE-E8D7-A1B4-BC0D-B25C8A0C467A}"/>
          </ac:spMkLst>
        </pc:spChg>
      </pc:sldChg>
      <pc:sldChg chg="modSp mod">
        <pc:chgData name="PUJITHA EMMADISETTY" userId="c1dc7246a87dfce9" providerId="LiveId" clId="{1F5DC4D3-1F64-47CD-B982-F4E97F1621D0}" dt="2026-05-04T17:19:49.411" v="56" actId="255"/>
        <pc:sldMkLst>
          <pc:docMk/>
          <pc:sldMk cId="0" sldId="257"/>
        </pc:sldMkLst>
        <pc:spChg chg="mod">
          <ac:chgData name="PUJITHA EMMADISETTY" userId="c1dc7246a87dfce9" providerId="LiveId" clId="{1F5DC4D3-1F64-47CD-B982-F4E97F1621D0}" dt="2026-05-04T17:19:49.411" v="56" actId="255"/>
          <ac:spMkLst>
            <pc:docMk/>
            <pc:sldMk cId="0" sldId="257"/>
            <ac:spMk id="3" creationId="{837E9E58-77B6-079D-9D0D-E380CADAD23D}"/>
          </ac:spMkLst>
        </pc:spChg>
      </pc:sldChg>
      <pc:sldChg chg="modSp mod">
        <pc:chgData name="PUJITHA EMMADISETTY" userId="c1dc7246a87dfce9" providerId="LiveId" clId="{1F5DC4D3-1F64-47CD-B982-F4E97F1621D0}" dt="2026-05-04T17:20:00.900" v="59" actId="1076"/>
        <pc:sldMkLst>
          <pc:docMk/>
          <pc:sldMk cId="0" sldId="258"/>
        </pc:sldMkLst>
        <pc:spChg chg="mod">
          <ac:chgData name="PUJITHA EMMADISETTY" userId="c1dc7246a87dfce9" providerId="LiveId" clId="{1F5DC4D3-1F64-47CD-B982-F4E97F1621D0}" dt="2026-05-04T17:20:00.900" v="59" actId="1076"/>
          <ac:spMkLst>
            <pc:docMk/>
            <pc:sldMk cId="0" sldId="258"/>
            <ac:spMk id="48" creationId="{BDE2941C-1504-53F9-99B2-48002CA9A345}"/>
          </ac:spMkLst>
        </pc:spChg>
      </pc:sldChg>
      <pc:sldChg chg="modSp mod">
        <pc:chgData name="PUJITHA EMMADISETTY" userId="c1dc7246a87dfce9" providerId="LiveId" clId="{1F5DC4D3-1F64-47CD-B982-F4E97F1621D0}" dt="2026-05-04T17:20:17.796" v="65" actId="5793"/>
        <pc:sldMkLst>
          <pc:docMk/>
          <pc:sldMk cId="0" sldId="259"/>
        </pc:sldMkLst>
        <pc:spChg chg="mod">
          <ac:chgData name="PUJITHA EMMADISETTY" userId="c1dc7246a87dfce9" providerId="LiveId" clId="{1F5DC4D3-1F64-47CD-B982-F4E97F1621D0}" dt="2026-05-04T17:20:17.796" v="65" actId="5793"/>
          <ac:spMkLst>
            <pc:docMk/>
            <pc:sldMk cId="0" sldId="259"/>
            <ac:spMk id="52" creationId="{056A0A3A-1541-5EC0-5370-02DA282ABDDE}"/>
          </ac:spMkLst>
        </pc:spChg>
      </pc:sldChg>
      <pc:sldChg chg="modSp mod">
        <pc:chgData name="PUJITHA EMMADISETTY" userId="c1dc7246a87dfce9" providerId="LiveId" clId="{1F5DC4D3-1F64-47CD-B982-F4E97F1621D0}" dt="2026-05-04T17:20:37.577" v="69" actId="1076"/>
        <pc:sldMkLst>
          <pc:docMk/>
          <pc:sldMk cId="0" sldId="260"/>
        </pc:sldMkLst>
        <pc:spChg chg="mod">
          <ac:chgData name="PUJITHA EMMADISETTY" userId="c1dc7246a87dfce9" providerId="LiveId" clId="{1F5DC4D3-1F64-47CD-B982-F4E97F1621D0}" dt="2026-05-04T17:20:37.577" v="69" actId="1076"/>
          <ac:spMkLst>
            <pc:docMk/>
            <pc:sldMk cId="0" sldId="260"/>
            <ac:spMk id="48" creationId="{E8F19716-1653-9AE0-442E-B3829A585B46}"/>
          </ac:spMkLst>
        </pc:spChg>
      </pc:sldChg>
      <pc:sldChg chg="addSp delSp modSp mod">
        <pc:chgData name="PUJITHA EMMADISETTY" userId="c1dc7246a87dfce9" providerId="LiveId" clId="{1F5DC4D3-1F64-47CD-B982-F4E97F1621D0}" dt="2026-05-04T17:09:14.239" v="8" actId="1036"/>
        <pc:sldMkLst>
          <pc:docMk/>
          <pc:sldMk cId="0" sldId="261"/>
        </pc:sldMkLst>
        <pc:spChg chg="del mod">
          <ac:chgData name="PUJITHA EMMADISETTY" userId="c1dc7246a87dfce9" providerId="LiveId" clId="{1F5DC4D3-1F64-47CD-B982-F4E97F1621D0}" dt="2026-05-04T17:08:51.268" v="6"/>
          <ac:spMkLst>
            <pc:docMk/>
            <pc:sldMk cId="0" sldId="261"/>
            <ac:spMk id="43" creationId="{25F9D4B0-38FE-DBA4-164D-1745B68379A5}"/>
          </ac:spMkLst>
        </pc:spChg>
        <pc:grpChg chg="mod">
          <ac:chgData name="PUJITHA EMMADISETTY" userId="c1dc7246a87dfce9" providerId="LiveId" clId="{1F5DC4D3-1F64-47CD-B982-F4E97F1621D0}" dt="2026-05-04T17:09:14.239" v="8" actId="1036"/>
          <ac:grpSpMkLst>
            <pc:docMk/>
            <pc:sldMk cId="0" sldId="261"/>
            <ac:grpSpMk id="37" creationId="{00000000-0000-0000-0000-000000000000}"/>
          </ac:grpSpMkLst>
        </pc:grpChg>
        <pc:picChg chg="add del mod">
          <ac:chgData name="PUJITHA EMMADISETTY" userId="c1dc7246a87dfce9" providerId="LiveId" clId="{1F5DC4D3-1F64-47CD-B982-F4E97F1621D0}" dt="2026-05-04T17:08:51.264" v="4" actId="478"/>
          <ac:picMkLst>
            <pc:docMk/>
            <pc:sldMk cId="0" sldId="261"/>
            <ac:picMk id="3" creationId="{DDAB6D7A-E344-377B-FC40-EFC818F3A257}"/>
          </ac:picMkLst>
        </pc:picChg>
        <pc:picChg chg="add mod">
          <ac:chgData name="PUJITHA EMMADISETTY" userId="c1dc7246a87dfce9" providerId="LiveId" clId="{1F5DC4D3-1F64-47CD-B982-F4E97F1621D0}" dt="2026-05-04T17:09:04.890" v="7" actId="931"/>
          <ac:picMkLst>
            <pc:docMk/>
            <pc:sldMk cId="0" sldId="261"/>
            <ac:picMk id="32" creationId="{DAC5D40D-2B4F-ADA5-41C5-77AD3B7ADC95}"/>
          </ac:picMkLst>
        </pc:picChg>
      </pc:sldChg>
      <pc:sldChg chg="addSp delSp modSp mod">
        <pc:chgData name="PUJITHA EMMADISETTY" userId="c1dc7246a87dfce9" providerId="LiveId" clId="{1F5DC4D3-1F64-47CD-B982-F4E97F1621D0}" dt="2026-05-04T17:21:34.214" v="82" actId="14100"/>
        <pc:sldMkLst>
          <pc:docMk/>
          <pc:sldMk cId="0" sldId="262"/>
        </pc:sldMkLst>
        <pc:spChg chg="add mod">
          <ac:chgData name="PUJITHA EMMADISETTY" userId="c1dc7246a87dfce9" providerId="LiveId" clId="{1F5DC4D3-1F64-47CD-B982-F4E97F1621D0}" dt="2026-05-04T17:21:34.214" v="82" actId="14100"/>
          <ac:spMkLst>
            <pc:docMk/>
            <pc:sldMk cId="0" sldId="262"/>
            <ac:spMk id="2" creationId="{9513740D-A805-9151-35BD-38EE66346042}"/>
          </ac:spMkLst>
        </pc:spChg>
        <pc:spChg chg="del mod">
          <ac:chgData name="PUJITHA EMMADISETTY" userId="c1dc7246a87dfce9" providerId="LiveId" clId="{1F5DC4D3-1F64-47CD-B982-F4E97F1621D0}" dt="2026-05-04T17:09:37.469" v="13"/>
          <ac:spMkLst>
            <pc:docMk/>
            <pc:sldMk cId="0" sldId="262"/>
            <ac:spMk id="50" creationId="{D04F3B99-A5D2-54DC-51CD-4E86A99D3EA2}"/>
          </ac:spMkLst>
        </pc:spChg>
        <pc:picChg chg="add mod">
          <ac:chgData name="PUJITHA EMMADISETTY" userId="c1dc7246a87dfce9" providerId="LiveId" clId="{1F5DC4D3-1F64-47CD-B982-F4E97F1621D0}" dt="2026-05-04T17:21:30.112" v="81" actId="14100"/>
          <ac:picMkLst>
            <pc:docMk/>
            <pc:sldMk cId="0" sldId="262"/>
            <ac:picMk id="4" creationId="{2C8D141A-107C-4C8D-D7ED-3D8C554B94D6}"/>
          </ac:picMkLst>
        </pc:picChg>
      </pc:sldChg>
      <pc:sldChg chg="addSp delSp modSp mod">
        <pc:chgData name="PUJITHA EMMADISETTY" userId="c1dc7246a87dfce9" providerId="LiveId" clId="{1F5DC4D3-1F64-47CD-B982-F4E97F1621D0}" dt="2026-05-04T17:21:54.501" v="87" actId="1076"/>
        <pc:sldMkLst>
          <pc:docMk/>
          <pc:sldMk cId="0" sldId="263"/>
        </pc:sldMkLst>
        <pc:spChg chg="add mod">
          <ac:chgData name="PUJITHA EMMADISETTY" userId="c1dc7246a87dfce9" providerId="LiveId" clId="{1F5DC4D3-1F64-47CD-B982-F4E97F1621D0}" dt="2026-05-04T17:21:54.501" v="87" actId="1076"/>
          <ac:spMkLst>
            <pc:docMk/>
            <pc:sldMk cId="0" sldId="263"/>
            <ac:spMk id="2" creationId="{FD76F433-CAAF-0943-04EE-D0A49D0245F7}"/>
          </ac:spMkLst>
        </pc:spChg>
        <pc:spChg chg="mod">
          <ac:chgData name="PUJITHA EMMADISETTY" userId="c1dc7246a87dfce9" providerId="LiveId" clId="{1F5DC4D3-1F64-47CD-B982-F4E97F1621D0}" dt="2026-05-04T17:12:08.805" v="19" actId="1076"/>
          <ac:spMkLst>
            <pc:docMk/>
            <pc:sldMk cId="0" sldId="263"/>
            <ac:spMk id="47" creationId="{E4ED097B-FECF-66E6-2A98-0F8B4D948FC8}"/>
          </ac:spMkLst>
        </pc:spChg>
        <pc:spChg chg="del mod">
          <ac:chgData name="PUJITHA EMMADISETTY" userId="c1dc7246a87dfce9" providerId="LiveId" clId="{1F5DC4D3-1F64-47CD-B982-F4E97F1621D0}" dt="2026-05-04T17:12:12.480" v="22"/>
          <ac:spMkLst>
            <pc:docMk/>
            <pc:sldMk cId="0" sldId="263"/>
            <ac:spMk id="48" creationId="{26E9F5F9-CCF8-6F05-4C01-034C88D7529E}"/>
          </ac:spMkLst>
        </pc:spChg>
      </pc:sldChg>
      <pc:sldChg chg="addSp delSp modSp mod">
        <pc:chgData name="PUJITHA EMMADISETTY" userId="c1dc7246a87dfce9" providerId="LiveId" clId="{1F5DC4D3-1F64-47CD-B982-F4E97F1621D0}" dt="2026-05-04T17:22:24.259" v="94" actId="14100"/>
        <pc:sldMkLst>
          <pc:docMk/>
          <pc:sldMk cId="0" sldId="264"/>
        </pc:sldMkLst>
        <pc:spChg chg="add mod">
          <ac:chgData name="PUJITHA EMMADISETTY" userId="c1dc7246a87dfce9" providerId="LiveId" clId="{1F5DC4D3-1F64-47CD-B982-F4E97F1621D0}" dt="2026-05-04T17:22:24.259" v="94" actId="14100"/>
          <ac:spMkLst>
            <pc:docMk/>
            <pc:sldMk cId="0" sldId="264"/>
            <ac:spMk id="2" creationId="{AA58ACC9-4460-DA36-9F55-E8A1D37BBECB}"/>
          </ac:spMkLst>
        </pc:spChg>
        <pc:spChg chg="del mod">
          <ac:chgData name="PUJITHA EMMADISETTY" userId="c1dc7246a87dfce9" providerId="LiveId" clId="{1F5DC4D3-1F64-47CD-B982-F4E97F1621D0}" dt="2026-05-04T17:12:37.576" v="27"/>
          <ac:spMkLst>
            <pc:docMk/>
            <pc:sldMk cId="0" sldId="264"/>
            <ac:spMk id="44" creationId="{9304C197-EAC7-7A26-FAED-ED7302DBEC6E}"/>
          </ac:spMkLst>
        </pc:spChg>
      </pc:sldChg>
      <pc:sldChg chg="addSp delSp modSp mod">
        <pc:chgData name="PUJITHA EMMADISETTY" userId="c1dc7246a87dfce9" providerId="LiveId" clId="{1F5DC4D3-1F64-47CD-B982-F4E97F1621D0}" dt="2026-05-04T17:32:08.497" v="154" actId="14100"/>
        <pc:sldMkLst>
          <pc:docMk/>
          <pc:sldMk cId="1998101144" sldId="266"/>
        </pc:sldMkLst>
        <pc:spChg chg="add mod">
          <ac:chgData name="PUJITHA EMMADISETTY" userId="c1dc7246a87dfce9" providerId="LiveId" clId="{1F5DC4D3-1F64-47CD-B982-F4E97F1621D0}" dt="2026-05-04T17:32:08.497" v="154" actId="14100"/>
          <ac:spMkLst>
            <pc:docMk/>
            <pc:sldMk cId="1998101144" sldId="266"/>
            <ac:spMk id="4" creationId="{C90B40F7-4554-7A27-C2B5-20EF1B9D579E}"/>
          </ac:spMkLst>
        </pc:spChg>
        <pc:spChg chg="del mod">
          <ac:chgData name="PUJITHA EMMADISETTY" userId="c1dc7246a87dfce9" providerId="LiveId" clId="{1F5DC4D3-1F64-47CD-B982-F4E97F1621D0}" dt="2026-05-04T17:24:41.582" v="103"/>
          <ac:spMkLst>
            <pc:docMk/>
            <pc:sldMk cId="1998101144" sldId="266"/>
            <ac:spMk id="44" creationId="{9EC6A4DA-6D4B-3E6A-CF92-E543DD7AFBF5}"/>
          </ac:spMkLst>
        </pc:spChg>
        <pc:picChg chg="add mod">
          <ac:chgData name="PUJITHA EMMADISETTY" userId="c1dc7246a87dfce9" providerId="LiveId" clId="{1F5DC4D3-1F64-47CD-B982-F4E97F1621D0}" dt="2026-05-04T17:24:23.591" v="99" actId="14100"/>
          <ac:picMkLst>
            <pc:docMk/>
            <pc:sldMk cId="1998101144" sldId="266"/>
            <ac:picMk id="3" creationId="{9A327FC1-DB1B-8D34-1BF0-B75B0A50C545}"/>
          </ac:picMkLst>
        </pc:picChg>
      </pc:sldChg>
      <pc:sldChg chg="addSp modSp mod">
        <pc:chgData name="PUJITHA EMMADISETTY" userId="c1dc7246a87dfce9" providerId="LiveId" clId="{1F5DC4D3-1F64-47CD-B982-F4E97F1621D0}" dt="2026-05-04T17:38:55.391" v="167" actId="1036"/>
        <pc:sldMkLst>
          <pc:docMk/>
          <pc:sldMk cId="47544820" sldId="267"/>
        </pc:sldMkLst>
        <pc:spChg chg="add mod">
          <ac:chgData name="PUJITHA EMMADISETTY" userId="c1dc7246a87dfce9" providerId="LiveId" clId="{1F5DC4D3-1F64-47CD-B982-F4E97F1621D0}" dt="2026-05-04T17:38:46.934" v="164" actId="120"/>
          <ac:spMkLst>
            <pc:docMk/>
            <pc:sldMk cId="47544820" sldId="267"/>
            <ac:spMk id="4" creationId="{8390A9B9-51DE-457A-FF8E-C7A8E28D4615}"/>
          </ac:spMkLst>
        </pc:spChg>
        <pc:spChg chg="mod">
          <ac:chgData name="PUJITHA EMMADISETTY" userId="c1dc7246a87dfce9" providerId="LiveId" clId="{1F5DC4D3-1F64-47CD-B982-F4E97F1621D0}" dt="2026-05-04T17:38:55.391" v="167" actId="1036"/>
          <ac:spMkLst>
            <pc:docMk/>
            <pc:sldMk cId="47544820" sldId="267"/>
            <ac:spMk id="44" creationId="{6C0EA81E-D408-1A06-6895-1BF3CA09E497}"/>
          </ac:spMkLst>
        </pc:spChg>
        <pc:picChg chg="add mod">
          <ac:chgData name="PUJITHA EMMADISETTY" userId="c1dc7246a87dfce9" providerId="LiveId" clId="{1F5DC4D3-1F64-47CD-B982-F4E97F1621D0}" dt="2026-05-04T17:38:53.967" v="166" actId="14100"/>
          <ac:picMkLst>
            <pc:docMk/>
            <pc:sldMk cId="47544820" sldId="267"/>
            <ac:picMk id="3" creationId="{75A566C8-406D-BDF3-C94A-12B454CA76C1}"/>
          </ac:picMkLst>
        </pc:picChg>
      </pc:sldChg>
      <pc:sldChg chg="addSp modSp mod">
        <pc:chgData name="PUJITHA EMMADISETTY" userId="c1dc7246a87dfce9" providerId="LiveId" clId="{1F5DC4D3-1F64-47CD-B982-F4E97F1621D0}" dt="2026-05-04T17:39:21.370" v="173" actId="1076"/>
        <pc:sldMkLst>
          <pc:docMk/>
          <pc:sldMk cId="84889951" sldId="268"/>
        </pc:sldMkLst>
        <pc:spChg chg="add mod">
          <ac:chgData name="PUJITHA EMMADISETTY" userId="c1dc7246a87dfce9" providerId="LiveId" clId="{1F5DC4D3-1F64-47CD-B982-F4E97F1621D0}" dt="2026-05-04T17:39:21.370" v="173" actId="1076"/>
          <ac:spMkLst>
            <pc:docMk/>
            <pc:sldMk cId="84889951" sldId="268"/>
            <ac:spMk id="6" creationId="{24683952-E107-942D-8E2E-D87D8E9CCDD7}"/>
          </ac:spMkLst>
        </pc:spChg>
        <pc:spChg chg="mod">
          <ac:chgData name="PUJITHA EMMADISETTY" userId="c1dc7246a87dfce9" providerId="LiveId" clId="{1F5DC4D3-1F64-47CD-B982-F4E97F1621D0}" dt="2026-05-04T17:28:42.619" v="128" actId="14100"/>
          <ac:spMkLst>
            <pc:docMk/>
            <pc:sldMk cId="84889951" sldId="268"/>
            <ac:spMk id="44" creationId="{341A1FDE-E3AB-682A-64B7-DA145F23EB91}"/>
          </ac:spMkLst>
        </pc:spChg>
        <pc:picChg chg="add mod">
          <ac:chgData name="PUJITHA EMMADISETTY" userId="c1dc7246a87dfce9" providerId="LiveId" clId="{1F5DC4D3-1F64-47CD-B982-F4E97F1621D0}" dt="2026-05-04T17:31:27.254" v="145" actId="14100"/>
          <ac:picMkLst>
            <pc:docMk/>
            <pc:sldMk cId="84889951" sldId="268"/>
            <ac:picMk id="3" creationId="{FAF7376F-03E6-24B2-B277-087FE4D02DF7}"/>
          </ac:picMkLst>
        </pc:picChg>
        <pc:picChg chg="add mod">
          <ac:chgData name="PUJITHA EMMADISETTY" userId="c1dc7246a87dfce9" providerId="LiveId" clId="{1F5DC4D3-1F64-47CD-B982-F4E97F1621D0}" dt="2026-05-04T17:31:31.370" v="146" actId="14100"/>
          <ac:picMkLst>
            <pc:docMk/>
            <pc:sldMk cId="84889951" sldId="268"/>
            <ac:picMk id="5" creationId="{249A3A57-B54B-54DE-52FF-8E236998BDCA}"/>
          </ac:picMkLst>
        </pc:picChg>
      </pc:sldChg>
      <pc:sldChg chg="addSp delSp modSp mod">
        <pc:chgData name="PUJITHA EMMADISETTY" userId="c1dc7246a87dfce9" providerId="LiveId" clId="{1F5DC4D3-1F64-47CD-B982-F4E97F1621D0}" dt="2026-05-04T17:32:31.797" v="159" actId="1076"/>
        <pc:sldMkLst>
          <pc:docMk/>
          <pc:sldMk cId="3981187392" sldId="269"/>
        </pc:sldMkLst>
        <pc:spChg chg="add mod">
          <ac:chgData name="PUJITHA EMMADISETTY" userId="c1dc7246a87dfce9" providerId="LiveId" clId="{1F5DC4D3-1F64-47CD-B982-F4E97F1621D0}" dt="2026-05-04T17:32:31.797" v="159" actId="1076"/>
          <ac:spMkLst>
            <pc:docMk/>
            <pc:sldMk cId="3981187392" sldId="269"/>
            <ac:spMk id="4" creationId="{C660BCBA-FD88-D5FF-50D0-725195C693B1}"/>
          </ac:spMkLst>
        </pc:spChg>
        <pc:spChg chg="del mod">
          <ac:chgData name="PUJITHA EMMADISETTY" userId="c1dc7246a87dfce9" providerId="LiveId" clId="{1F5DC4D3-1F64-47CD-B982-F4E97F1621D0}" dt="2026-05-04T17:26:21.817" v="113"/>
          <ac:spMkLst>
            <pc:docMk/>
            <pc:sldMk cId="3981187392" sldId="269"/>
            <ac:spMk id="44" creationId="{746F2C30-13B1-3754-C147-D58A899BC459}"/>
          </ac:spMkLst>
        </pc:spChg>
        <pc:picChg chg="add mod">
          <ac:chgData name="PUJITHA EMMADISETTY" userId="c1dc7246a87dfce9" providerId="LiveId" clId="{1F5DC4D3-1F64-47CD-B982-F4E97F1621D0}" dt="2026-05-04T17:25:04.140" v="109" actId="1076"/>
          <ac:picMkLst>
            <pc:docMk/>
            <pc:sldMk cId="3981187392" sldId="269"/>
            <ac:picMk id="3" creationId="{113C23BA-0178-ACF6-C7C8-97D766414F90}"/>
          </ac:picMkLst>
        </pc:picChg>
      </pc:sldChg>
      <pc:sldChg chg="addSp modSp mod">
        <pc:chgData name="PUJITHA EMMADISETTY" userId="c1dc7246a87dfce9" providerId="LiveId" clId="{1F5DC4D3-1F64-47CD-B982-F4E97F1621D0}" dt="2026-05-04T17:42:52.272" v="178" actId="20577"/>
        <pc:sldMkLst>
          <pc:docMk/>
          <pc:sldMk cId="1838976791" sldId="270"/>
        </pc:sldMkLst>
        <pc:spChg chg="add mod">
          <ac:chgData name="PUJITHA EMMADISETTY" userId="c1dc7246a87dfce9" providerId="LiveId" clId="{1F5DC4D3-1F64-47CD-B982-F4E97F1621D0}" dt="2026-05-04T17:42:52.272" v="178" actId="20577"/>
          <ac:spMkLst>
            <pc:docMk/>
            <pc:sldMk cId="1838976791" sldId="270"/>
            <ac:spMk id="4" creationId="{826FB931-C025-5669-DF5D-5260D58B4B09}"/>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5/4/2026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5/4/2026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5/4/2026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5/4/2026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5/4/2026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2.svg"/><Relationship Id="rId1" Type="http://schemas.openxmlformats.org/officeDocument/2006/relationships/slideLayout" Target="../slideLayouts/slideLayout7.xml"/><Relationship Id="rId4" Type="http://schemas.openxmlformats.org/officeDocument/2006/relationships/image" Target="../media/image9.jpeg"/></Relationships>
</file>

<file path=ppt/slides/_rels/slide14.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0" name="Group 10"/>
          <p:cNvGrpSpPr/>
          <p:nvPr/>
        </p:nvGrpSpPr>
        <p:grpSpPr>
          <a:xfrm>
            <a:off x="11762088" y="-9632634"/>
            <a:ext cx="10994424" cy="10994424"/>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12" name="TextBox 12"/>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grpSp>
        <p:nvGrpSpPr>
          <p:cNvPr id="19" name="Group 19"/>
          <p:cNvGrpSpPr/>
          <p:nvPr/>
        </p:nvGrpSpPr>
        <p:grpSpPr>
          <a:xfrm>
            <a:off x="-9965724" y="-1383136"/>
            <a:ext cx="10994424" cy="10994424"/>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21" name="TextBox 21"/>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pic>
        <p:nvPicPr>
          <p:cNvPr id="23" name="Picture 22">
            <a:extLst>
              <a:ext uri="{FF2B5EF4-FFF2-40B4-BE49-F238E27FC236}">
                <a16:creationId xmlns:a16="http://schemas.microsoft.com/office/drawing/2014/main" id="{1194AAA3-5CF4-E695-04C9-0894FFF6F1F1}"/>
              </a:ext>
            </a:extLst>
          </p:cNvPr>
          <p:cNvPicPr>
            <a:picLocks noChangeAspect="1"/>
          </p:cNvPicPr>
          <p:nvPr/>
        </p:nvPicPr>
        <p:blipFill>
          <a:blip r:embed="rId2"/>
          <a:stretch>
            <a:fillRect/>
          </a:stretch>
        </p:blipFill>
        <p:spPr>
          <a:xfrm>
            <a:off x="6610443" y="196689"/>
            <a:ext cx="4752247" cy="1360611"/>
          </a:xfrm>
          <a:prstGeom prst="rect">
            <a:avLst/>
          </a:prstGeom>
        </p:spPr>
      </p:pic>
      <p:sp>
        <p:nvSpPr>
          <p:cNvPr id="24" name="TextBox 23">
            <a:extLst>
              <a:ext uri="{FF2B5EF4-FFF2-40B4-BE49-F238E27FC236}">
                <a16:creationId xmlns:a16="http://schemas.microsoft.com/office/drawing/2014/main" id="{BB0EB85C-D9CE-08DC-1131-77C9DD1A002D}"/>
              </a:ext>
            </a:extLst>
          </p:cNvPr>
          <p:cNvSpPr txBox="1"/>
          <p:nvPr/>
        </p:nvSpPr>
        <p:spPr>
          <a:xfrm>
            <a:off x="1360002" y="1608482"/>
            <a:ext cx="15925800" cy="1631216"/>
          </a:xfrm>
          <a:prstGeom prst="rect">
            <a:avLst/>
          </a:prstGeom>
          <a:noFill/>
        </p:spPr>
        <p:txBody>
          <a:bodyPr wrap="square" rtlCol="0">
            <a:spAutoFit/>
          </a:bodyPr>
          <a:lstStyle/>
          <a:p>
            <a:pPr algn="ctr"/>
            <a:r>
              <a:rPr lang="en-US" sz="3200" b="1" dirty="0">
                <a:latin typeface="Cambria" panose="02040503050406030204" pitchFamily="18" charset="0"/>
                <a:ea typeface="Cambria" panose="02040503050406030204" pitchFamily="18" charset="0"/>
              </a:rPr>
              <a:t>Vel Tech Rangarajan Dr. Sagunthala R&amp;D Institute of Science and Technology</a:t>
            </a:r>
          </a:p>
          <a:p>
            <a:pPr algn="ctr"/>
            <a:r>
              <a:rPr lang="en-US" sz="3600" b="1" dirty="0">
                <a:latin typeface="Cambria" panose="02040503050406030204" pitchFamily="18" charset="0"/>
                <a:ea typeface="Cambria" panose="02040503050406030204" pitchFamily="18" charset="0"/>
              </a:rPr>
              <a:t>School of Computing </a:t>
            </a:r>
          </a:p>
          <a:p>
            <a:pPr algn="ctr"/>
            <a:r>
              <a:rPr lang="en-US" sz="3200" b="1" dirty="0">
                <a:latin typeface="Cambria" panose="02040503050406030204" pitchFamily="18" charset="0"/>
                <a:ea typeface="Cambria" panose="02040503050406030204" pitchFamily="18" charset="0"/>
              </a:rPr>
              <a:t>Department of Computer Science and Engineering</a:t>
            </a:r>
            <a:endParaRPr lang="en-IN" sz="3200" b="1" dirty="0">
              <a:latin typeface="Cambria" panose="02040503050406030204" pitchFamily="18" charset="0"/>
              <a:ea typeface="Cambria" panose="02040503050406030204" pitchFamily="18" charset="0"/>
            </a:endParaRPr>
          </a:p>
        </p:txBody>
      </p:sp>
      <p:sp>
        <p:nvSpPr>
          <p:cNvPr id="26" name="TextBox 25">
            <a:extLst>
              <a:ext uri="{FF2B5EF4-FFF2-40B4-BE49-F238E27FC236}">
                <a16:creationId xmlns:a16="http://schemas.microsoft.com/office/drawing/2014/main" id="{55785AF5-58C8-2624-E1FD-4723B0683DE6}"/>
              </a:ext>
            </a:extLst>
          </p:cNvPr>
          <p:cNvSpPr txBox="1"/>
          <p:nvPr/>
        </p:nvSpPr>
        <p:spPr>
          <a:xfrm>
            <a:off x="1692835" y="3272357"/>
            <a:ext cx="15260135" cy="523220"/>
          </a:xfrm>
          <a:prstGeom prst="rect">
            <a:avLst/>
          </a:prstGeom>
          <a:noFill/>
        </p:spPr>
        <p:txBody>
          <a:bodyPr wrap="square">
            <a:spAutoFit/>
          </a:bodyPr>
          <a:lstStyle/>
          <a:p>
            <a:pPr algn="ctr"/>
            <a:r>
              <a:rPr lang="en-US" sz="2800" b="1" dirty="0">
                <a:solidFill>
                  <a:srgbClr val="0033CC"/>
                </a:solidFill>
                <a:latin typeface="Bookman Old Style" panose="02050604050505020204" pitchFamily="18" charset="0"/>
              </a:rPr>
              <a:t>10211CS224 / FULL STACK APPLICATION DEVELOPMENT (JAVA)</a:t>
            </a:r>
            <a:endParaRPr lang="en-IN" sz="2800" b="1" dirty="0">
              <a:solidFill>
                <a:srgbClr val="0033CC"/>
              </a:solidFill>
              <a:latin typeface="Bookman Old Style" panose="02050604050505020204" pitchFamily="18" charset="0"/>
            </a:endParaRPr>
          </a:p>
        </p:txBody>
      </p:sp>
      <p:sp>
        <p:nvSpPr>
          <p:cNvPr id="27" name="TextBox 26">
            <a:extLst>
              <a:ext uri="{FF2B5EF4-FFF2-40B4-BE49-F238E27FC236}">
                <a16:creationId xmlns:a16="http://schemas.microsoft.com/office/drawing/2014/main" id="{AC6C53BF-3850-6683-E07F-D595EC8B02B2}"/>
              </a:ext>
            </a:extLst>
          </p:cNvPr>
          <p:cNvSpPr txBox="1"/>
          <p:nvPr/>
        </p:nvSpPr>
        <p:spPr>
          <a:xfrm>
            <a:off x="3727757" y="3897940"/>
            <a:ext cx="11190289" cy="1754326"/>
          </a:xfrm>
          <a:prstGeom prst="rect">
            <a:avLst/>
          </a:prstGeom>
          <a:noFill/>
        </p:spPr>
        <p:txBody>
          <a:bodyPr wrap="square" rtlCol="0">
            <a:spAutoFit/>
          </a:bodyPr>
          <a:lstStyle/>
          <a:p>
            <a:pPr algn="ctr"/>
            <a:r>
              <a:rPr lang="en-IN" sz="3600" b="1" dirty="0">
                <a:solidFill>
                  <a:srgbClr val="C00000"/>
                </a:solidFill>
                <a:latin typeface="Arial" panose="020B0604020202020204" pitchFamily="34" charset="0"/>
                <a:cs typeface="Arial" panose="020B0604020202020204" pitchFamily="34" charset="0"/>
              </a:rPr>
              <a:t>PROJECT REVIEW : MILESTONE PROJECT – 1</a:t>
            </a:r>
          </a:p>
          <a:p>
            <a:pPr algn="ctr"/>
            <a:endParaRPr lang="en-IN" sz="3600" b="1" dirty="0">
              <a:solidFill>
                <a:srgbClr val="C00000"/>
              </a:solidFill>
              <a:latin typeface="Arial" panose="020B0604020202020204" pitchFamily="34" charset="0"/>
              <a:cs typeface="Arial" panose="020B0604020202020204" pitchFamily="34" charset="0"/>
            </a:endParaRPr>
          </a:p>
          <a:p>
            <a:pPr algn="ctr"/>
            <a:r>
              <a:rPr lang="en-IN" sz="3600" b="1" dirty="0">
                <a:solidFill>
                  <a:srgbClr val="C00000"/>
                </a:solidFill>
                <a:latin typeface="Arial" panose="020B0604020202020204" pitchFamily="34" charset="0"/>
                <a:cs typeface="Arial" panose="020B0604020202020204" pitchFamily="34" charset="0"/>
              </a:rPr>
              <a:t>Date: 06-05-2026</a:t>
            </a:r>
          </a:p>
        </p:txBody>
      </p:sp>
      <p:sp>
        <p:nvSpPr>
          <p:cNvPr id="13" name="TextBox 12">
            <a:extLst>
              <a:ext uri="{FF2B5EF4-FFF2-40B4-BE49-F238E27FC236}">
                <a16:creationId xmlns:a16="http://schemas.microsoft.com/office/drawing/2014/main" id="{7FFE0DA2-4723-7C13-5FD7-FC99B0394DDD}"/>
              </a:ext>
            </a:extLst>
          </p:cNvPr>
          <p:cNvSpPr txBox="1"/>
          <p:nvPr/>
        </p:nvSpPr>
        <p:spPr>
          <a:xfrm>
            <a:off x="1501640" y="6057900"/>
            <a:ext cx="15784162" cy="584775"/>
          </a:xfrm>
          <a:prstGeom prst="rect">
            <a:avLst/>
          </a:prstGeom>
          <a:noFill/>
        </p:spPr>
        <p:txBody>
          <a:bodyPr wrap="square" rtlCol="0">
            <a:spAutoFit/>
          </a:bodyPr>
          <a:lstStyle/>
          <a:p>
            <a:pPr algn="ctr"/>
            <a:r>
              <a:rPr lang="en-US" sz="3200" b="1" dirty="0">
                <a:solidFill>
                  <a:srgbClr val="0033CC"/>
                </a:solidFill>
                <a:latin typeface="Times New Roman" panose="02020603050405020304" pitchFamily="18" charset="0"/>
                <a:cs typeface="Times New Roman" panose="02020603050405020304" pitchFamily="18" charset="0"/>
              </a:rPr>
              <a:t>Ticket Booking Management</a:t>
            </a:r>
            <a:endParaRPr lang="en-IN" sz="3200" b="1" dirty="0">
              <a:solidFill>
                <a:srgbClr val="0033CC"/>
              </a:solidFill>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EA8EEF4A-EB43-B7D9-87FC-7C7D752BCA78}"/>
              </a:ext>
            </a:extLst>
          </p:cNvPr>
          <p:cNvSpPr txBox="1"/>
          <p:nvPr/>
        </p:nvSpPr>
        <p:spPr>
          <a:xfrm>
            <a:off x="893870" y="7800539"/>
            <a:ext cx="9067800" cy="1391663"/>
          </a:xfrm>
          <a:prstGeom prst="rect">
            <a:avLst/>
          </a:prstGeom>
          <a:noFill/>
        </p:spPr>
        <p:txBody>
          <a:bodyPr wrap="square" rtlCol="0">
            <a:spAutoFit/>
          </a:bodyPr>
          <a:lstStyle/>
          <a:p>
            <a:pPr>
              <a:lnSpc>
                <a:spcPct val="150000"/>
              </a:lnSpc>
            </a:pPr>
            <a:r>
              <a:rPr lang="en-US" sz="3000" b="1" dirty="0">
                <a:latin typeface="Cambria" panose="02040503050406030204" pitchFamily="18" charset="0"/>
                <a:ea typeface="Cambria" panose="02040503050406030204" pitchFamily="18" charset="0"/>
              </a:rPr>
              <a:t>Presented By:</a:t>
            </a:r>
          </a:p>
          <a:p>
            <a:pPr>
              <a:lnSpc>
                <a:spcPct val="150000"/>
              </a:lnSpc>
            </a:pPr>
            <a:r>
              <a:rPr lang="en-US" sz="3000" dirty="0">
                <a:latin typeface="Cambria" panose="02040503050406030204" pitchFamily="18" charset="0"/>
                <a:ea typeface="Cambria" panose="02040503050406030204" pitchFamily="18" charset="0"/>
              </a:rPr>
              <a:t>E.K.V.L </a:t>
            </a:r>
            <a:r>
              <a:rPr lang="en-US" sz="3000" dirty="0" err="1">
                <a:latin typeface="Cambria" panose="02040503050406030204" pitchFamily="18" charset="0"/>
                <a:ea typeface="Cambria" panose="02040503050406030204" pitchFamily="18" charset="0"/>
              </a:rPr>
              <a:t>Pujitha</a:t>
            </a:r>
            <a:r>
              <a:rPr lang="en-US" sz="3000" dirty="0">
                <a:latin typeface="Cambria" panose="02040503050406030204" pitchFamily="18" charset="0"/>
                <a:ea typeface="Cambria" panose="02040503050406030204" pitchFamily="18" charset="0"/>
              </a:rPr>
              <a:t> – VTU25880 – 23UECS0172</a:t>
            </a:r>
            <a:endParaRPr lang="en-IN" sz="3000" dirty="0">
              <a:latin typeface="Cambria" panose="02040503050406030204" pitchFamily="18" charset="0"/>
              <a:ea typeface="Cambria" panose="02040503050406030204" pitchFamily="18" charset="0"/>
            </a:endParaRPr>
          </a:p>
        </p:txBody>
      </p:sp>
      <p:sp>
        <p:nvSpPr>
          <p:cNvPr id="15" name="TextBox 14">
            <a:extLst>
              <a:ext uri="{FF2B5EF4-FFF2-40B4-BE49-F238E27FC236}">
                <a16:creationId xmlns:a16="http://schemas.microsoft.com/office/drawing/2014/main" id="{6FF32D1A-2F9C-AC53-CCBD-ABF748DF236F}"/>
              </a:ext>
            </a:extLst>
          </p:cNvPr>
          <p:cNvSpPr txBox="1"/>
          <p:nvPr/>
        </p:nvSpPr>
        <p:spPr>
          <a:xfrm>
            <a:off x="10945035" y="7818586"/>
            <a:ext cx="6914603" cy="2084160"/>
          </a:xfrm>
          <a:prstGeom prst="rect">
            <a:avLst/>
          </a:prstGeom>
          <a:noFill/>
        </p:spPr>
        <p:txBody>
          <a:bodyPr wrap="square" rtlCol="0">
            <a:spAutoFit/>
          </a:bodyPr>
          <a:lstStyle/>
          <a:p>
            <a:pPr>
              <a:lnSpc>
                <a:spcPct val="150000"/>
              </a:lnSpc>
            </a:pPr>
            <a:r>
              <a:rPr lang="en-US" sz="3000" b="1" dirty="0">
                <a:latin typeface="Cambria" panose="02040503050406030204" pitchFamily="18" charset="0"/>
                <a:ea typeface="Cambria" panose="02040503050406030204" pitchFamily="18" charset="0"/>
              </a:rPr>
              <a:t>Courses Handling Faculty:</a:t>
            </a:r>
          </a:p>
          <a:p>
            <a:pPr>
              <a:lnSpc>
                <a:spcPct val="150000"/>
              </a:lnSpc>
            </a:pPr>
            <a:r>
              <a:rPr lang="en-US" sz="3000" dirty="0">
                <a:latin typeface="Cambria" panose="02040503050406030204" pitchFamily="18" charset="0"/>
                <a:ea typeface="Cambria" panose="02040503050406030204" pitchFamily="18" charset="0"/>
              </a:rPr>
              <a:t>Dr. HAFIZUR RAHMAN - M. Tech., </a:t>
            </a:r>
            <a:r>
              <a:rPr lang="en-US" sz="3000" dirty="0" err="1">
                <a:latin typeface="Cambria" panose="02040503050406030204" pitchFamily="18" charset="0"/>
                <a:ea typeface="Cambria" panose="02040503050406030204" pitchFamily="18" charset="0"/>
              </a:rPr>
              <a:t>Ph.D</a:t>
            </a:r>
            <a:r>
              <a:rPr lang="en-US" sz="3000" dirty="0">
                <a:latin typeface="Cambria" panose="02040503050406030204" pitchFamily="18" charset="0"/>
                <a:ea typeface="Cambria" panose="02040503050406030204" pitchFamily="18" charset="0"/>
              </a:rPr>
              <a:t> </a:t>
            </a:r>
          </a:p>
          <a:p>
            <a:pPr>
              <a:lnSpc>
                <a:spcPct val="150000"/>
              </a:lnSpc>
            </a:pPr>
            <a:r>
              <a:rPr lang="en-IN" sz="3000" dirty="0">
                <a:latin typeface="Cambria" panose="02040503050406030204" pitchFamily="18" charset="0"/>
                <a:ea typeface="Cambria" panose="02040503050406030204" pitchFamily="18" charset="0"/>
              </a:rPr>
              <a:t>Assistant Professor</a:t>
            </a:r>
          </a:p>
        </p:txBody>
      </p:sp>
      <p:sp>
        <p:nvSpPr>
          <p:cNvPr id="16" name="TextBox 15">
            <a:extLst>
              <a:ext uri="{FF2B5EF4-FFF2-40B4-BE49-F238E27FC236}">
                <a16:creationId xmlns:a16="http://schemas.microsoft.com/office/drawing/2014/main" id="{A7AA51DE-E8D7-A1B4-BC0D-B25C8A0C467A}"/>
              </a:ext>
            </a:extLst>
          </p:cNvPr>
          <p:cNvSpPr txBox="1"/>
          <p:nvPr/>
        </p:nvSpPr>
        <p:spPr>
          <a:xfrm>
            <a:off x="1772415" y="6981343"/>
            <a:ext cx="14743170" cy="523220"/>
          </a:xfrm>
          <a:prstGeom prst="rect">
            <a:avLst/>
          </a:prstGeom>
          <a:noFill/>
        </p:spPr>
        <p:txBody>
          <a:bodyPr wrap="square" rtlCol="0">
            <a:spAutoFit/>
          </a:bodyPr>
          <a:lstStyle/>
          <a:p>
            <a:r>
              <a:rPr lang="en-US" sz="2000" b="1" dirty="0">
                <a:latin typeface="Cambria" panose="02040503050406030204" pitchFamily="18" charset="0"/>
                <a:ea typeface="Cambria" panose="02040503050406030204" pitchFamily="18" charset="0"/>
              </a:rPr>
              <a:t>SDG: 9 – </a:t>
            </a:r>
            <a:r>
              <a:rPr lang="en-US" sz="2800" dirty="0">
                <a:latin typeface="Times New Roman" panose="02020603050405020304" pitchFamily="18" charset="0"/>
                <a:cs typeface="Times New Roman" panose="02020603050405020304" pitchFamily="18" charset="0"/>
              </a:rPr>
              <a:t>Industry, Innovation and Infrastructure</a:t>
            </a:r>
            <a:endParaRPr lang="en-IN" sz="2800" b="1" dirty="0">
              <a:latin typeface="Times New Roman" panose="02020603050405020304" pitchFamily="18" charset="0"/>
              <a:ea typeface="Cambria" panose="020405030504060302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8" name="Freeform 8"/>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9" name="Group 9"/>
          <p:cNvGrpSpPr/>
          <p:nvPr/>
        </p:nvGrpSpPr>
        <p:grpSpPr>
          <a:xfrm>
            <a:off x="706082" y="1952203"/>
            <a:ext cx="992463" cy="992463"/>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1" name="TextBox 11"/>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1</a:t>
              </a:r>
            </a:p>
          </p:txBody>
        </p:sp>
      </p:grpSp>
      <p:grpSp>
        <p:nvGrpSpPr>
          <p:cNvPr id="12" name="Group 12"/>
          <p:cNvGrpSpPr/>
          <p:nvPr/>
        </p:nvGrpSpPr>
        <p:grpSpPr>
          <a:xfrm>
            <a:off x="948235" y="4447339"/>
            <a:ext cx="508158" cy="543805"/>
            <a:chOff x="0" y="0"/>
            <a:chExt cx="812800" cy="869819"/>
          </a:xfrm>
        </p:grpSpPr>
        <p:sp>
          <p:nvSpPr>
            <p:cNvPr id="13" name="Freeform 1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4" name="TextBox 1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5" name="Group 15"/>
          <p:cNvGrpSpPr/>
          <p:nvPr/>
        </p:nvGrpSpPr>
        <p:grpSpPr>
          <a:xfrm>
            <a:off x="948235" y="3107362"/>
            <a:ext cx="508158" cy="543805"/>
            <a:chOff x="0" y="0"/>
            <a:chExt cx="812800" cy="869819"/>
          </a:xfrm>
        </p:grpSpPr>
        <p:sp>
          <p:nvSpPr>
            <p:cNvPr id="16" name="Freeform 1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7" name="TextBox 1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18" name="Group 18"/>
          <p:cNvGrpSpPr/>
          <p:nvPr/>
        </p:nvGrpSpPr>
        <p:grpSpPr>
          <a:xfrm>
            <a:off x="948235" y="5115753"/>
            <a:ext cx="508158" cy="543805"/>
            <a:chOff x="0" y="0"/>
            <a:chExt cx="812800" cy="869819"/>
          </a:xfrm>
        </p:grpSpPr>
        <p:sp>
          <p:nvSpPr>
            <p:cNvPr id="19" name="Freeform 1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0" name="TextBox 2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1" name="Group 21"/>
          <p:cNvGrpSpPr/>
          <p:nvPr/>
        </p:nvGrpSpPr>
        <p:grpSpPr>
          <a:xfrm>
            <a:off x="948235" y="3776486"/>
            <a:ext cx="508158" cy="543805"/>
            <a:chOff x="0" y="0"/>
            <a:chExt cx="812800" cy="869819"/>
          </a:xfrm>
        </p:grpSpPr>
        <p:sp>
          <p:nvSpPr>
            <p:cNvPr id="22" name="Freeform 2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3" name="TextBox 2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4" name="Group 24"/>
          <p:cNvGrpSpPr/>
          <p:nvPr/>
        </p:nvGrpSpPr>
        <p:grpSpPr>
          <a:xfrm>
            <a:off x="948235" y="6455730"/>
            <a:ext cx="508158" cy="543805"/>
            <a:chOff x="0" y="0"/>
            <a:chExt cx="812800" cy="869819"/>
          </a:xfrm>
        </p:grpSpPr>
        <p:sp>
          <p:nvSpPr>
            <p:cNvPr id="25" name="Freeform 2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6" name="TextBox 2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7" name="Group 27"/>
          <p:cNvGrpSpPr/>
          <p:nvPr/>
        </p:nvGrpSpPr>
        <p:grpSpPr>
          <a:xfrm>
            <a:off x="948235" y="5784877"/>
            <a:ext cx="508158" cy="543805"/>
            <a:chOff x="0" y="0"/>
            <a:chExt cx="812800" cy="869819"/>
          </a:xfrm>
        </p:grpSpPr>
        <p:sp>
          <p:nvSpPr>
            <p:cNvPr id="28" name="Freeform 2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9" name="TextBox 2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6" name="Group 36"/>
          <p:cNvGrpSpPr/>
          <p:nvPr/>
        </p:nvGrpSpPr>
        <p:grpSpPr>
          <a:xfrm>
            <a:off x="948235" y="7123361"/>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9" name="Group 39"/>
          <p:cNvGrpSpPr/>
          <p:nvPr/>
        </p:nvGrpSpPr>
        <p:grpSpPr>
          <a:xfrm>
            <a:off x="948235" y="7790991"/>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2" name="TextBox 1">
            <a:extLst>
              <a:ext uri="{FF2B5EF4-FFF2-40B4-BE49-F238E27FC236}">
                <a16:creationId xmlns:a16="http://schemas.microsoft.com/office/drawing/2014/main" id="{DE796552-E8BF-2718-F921-20F9BAE7EE98}"/>
              </a:ext>
            </a:extLst>
          </p:cNvPr>
          <p:cNvSpPr txBox="1"/>
          <p:nvPr/>
        </p:nvSpPr>
        <p:spPr>
          <a:xfrm>
            <a:off x="152400" y="342900"/>
            <a:ext cx="181356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INTRODUCTION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837E9E58-77B6-079D-9D0D-E380CADAD23D}"/>
              </a:ext>
            </a:extLst>
          </p:cNvPr>
          <p:cNvSpPr txBox="1"/>
          <p:nvPr/>
        </p:nvSpPr>
        <p:spPr>
          <a:xfrm>
            <a:off x="2257440" y="2272144"/>
            <a:ext cx="15082325" cy="6478184"/>
          </a:xfrm>
          <a:prstGeom prst="rect">
            <a:avLst/>
          </a:prstGeom>
          <a:noFill/>
        </p:spPr>
        <p:txBody>
          <a:bodyPr wrap="square" rtlCol="0">
            <a:spAutoFit/>
          </a:bodyPr>
          <a:lstStyle/>
          <a:p>
            <a:pPr algn="just">
              <a:lnSpc>
                <a:spcPct val="150000"/>
              </a:lnSpc>
            </a:pPr>
            <a:r>
              <a:rPr lang="en-US" sz="2800" dirty="0">
                <a:latin typeface="Times New Roman" panose="02020603050405020304" pitchFamily="18" charset="0"/>
                <a:cs typeface="Times New Roman" panose="02020603050405020304" pitchFamily="18" charset="0"/>
              </a:rPr>
              <a:t>The Ticket Booking System is a web-based application developed to simplify the process of booking tickets for internal department events such as technical fests, seminars, and workshops. In many institutions, ticket booking is still handled manually or through basic forms, which often leads to errors such as overbooking, incorrect data entry, and inefficiency in managing ticket availability.</a:t>
            </a:r>
          </a:p>
          <a:p>
            <a:pPr algn="just">
              <a:lnSpc>
                <a:spcPct val="150000"/>
              </a:lnSpc>
            </a:pPr>
            <a:r>
              <a:rPr lang="en-US" sz="2800" dirty="0">
                <a:latin typeface="Times New Roman" panose="02020603050405020304" pitchFamily="18" charset="0"/>
                <a:cs typeface="Times New Roman" panose="02020603050405020304" pitchFamily="18" charset="0"/>
              </a:rPr>
              <a:t>To overcome these challenges, this project proposes a React JS-based solution that provides a dynamic and user-friendly interface. The system allows users to view event details, enter booking information, and reserve tickets online. By incorporating validation mechanisms and real-time updates, the application ensures accurate and efficient ticket booking. The use of modern frontend technologies enhances performance, responsiveness, and user experience.</a:t>
            </a:r>
          </a:p>
          <a:p>
            <a:pPr marL="457200" indent="-457200" algn="just">
              <a:lnSpc>
                <a:spcPct val="150000"/>
              </a:lnSpc>
              <a:buFontTx/>
              <a:buChar char="-"/>
            </a:pPr>
            <a:endParaRPr lang="en-IN" sz="2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10" name="Freeform 10"/>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11" name="Group 11"/>
          <p:cNvGrpSpPr/>
          <p:nvPr/>
        </p:nvGrpSpPr>
        <p:grpSpPr>
          <a:xfrm>
            <a:off x="709357" y="2648112"/>
            <a:ext cx="992463" cy="992463"/>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3" name="TextBox 13"/>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2</a:t>
              </a:r>
            </a:p>
          </p:txBody>
        </p:sp>
      </p:grpSp>
      <p:grpSp>
        <p:nvGrpSpPr>
          <p:cNvPr id="14" name="Group 14"/>
          <p:cNvGrpSpPr/>
          <p:nvPr/>
        </p:nvGrpSpPr>
        <p:grpSpPr>
          <a:xfrm>
            <a:off x="951509" y="4428296"/>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p:cNvGrpSpPr/>
          <p:nvPr/>
        </p:nvGrpSpPr>
        <p:grpSpPr>
          <a:xfrm>
            <a:off x="951509" y="1982349"/>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0" name="Group 20"/>
          <p:cNvGrpSpPr/>
          <p:nvPr/>
        </p:nvGrpSpPr>
        <p:grpSpPr>
          <a:xfrm>
            <a:off x="951509" y="509405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3" name="Group 23"/>
          <p:cNvGrpSpPr/>
          <p:nvPr/>
        </p:nvGrpSpPr>
        <p:grpSpPr>
          <a:xfrm>
            <a:off x="951509" y="376253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6" name="Group 26"/>
          <p:cNvGrpSpPr/>
          <p:nvPr/>
        </p:nvGrpSpPr>
        <p:grpSpPr>
          <a:xfrm>
            <a:off x="951509" y="6425585"/>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9" name="Group 29"/>
          <p:cNvGrpSpPr/>
          <p:nvPr/>
        </p:nvGrpSpPr>
        <p:grpSpPr>
          <a:xfrm>
            <a:off x="951509" y="5759822"/>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6" name="Group 36"/>
          <p:cNvGrpSpPr/>
          <p:nvPr/>
        </p:nvGrpSpPr>
        <p:grpSpPr>
          <a:xfrm>
            <a:off x="951509" y="7093216"/>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9" name="Group 39"/>
          <p:cNvGrpSpPr/>
          <p:nvPr/>
        </p:nvGrpSpPr>
        <p:grpSpPr>
          <a:xfrm>
            <a:off x="951509" y="7760846"/>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7" name="TextBox 46">
            <a:extLst>
              <a:ext uri="{FF2B5EF4-FFF2-40B4-BE49-F238E27FC236}">
                <a16:creationId xmlns:a16="http://schemas.microsoft.com/office/drawing/2014/main" id="{A8A7B8E9-D90B-1CF8-14D3-8D2483CAFC58}"/>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PROBLEM STATEMENT</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BDE2941C-1504-53F9-99B2-48002CA9A345}"/>
              </a:ext>
            </a:extLst>
          </p:cNvPr>
          <p:cNvSpPr txBox="1"/>
          <p:nvPr/>
        </p:nvSpPr>
        <p:spPr>
          <a:xfrm>
            <a:off x="2218997" y="2475171"/>
            <a:ext cx="15082325" cy="5842497"/>
          </a:xfrm>
          <a:prstGeom prst="rect">
            <a:avLst/>
          </a:prstGeom>
          <a:noFill/>
        </p:spPr>
        <p:txBody>
          <a:bodyPr wrap="square" rtlCol="0">
            <a:spAutoFit/>
          </a:bodyPr>
          <a:lstStyle/>
          <a:p>
            <a:pPr algn="just">
              <a:lnSpc>
                <a:spcPct val="150000"/>
              </a:lnSpc>
            </a:pPr>
            <a:r>
              <a:rPr lang="en-US" sz="2800" dirty="0"/>
              <a:t>In traditional systems, event ticket booking is often managed manually or through simple forms without proper validation. This creates several issues such as overbooking of tickets, lack of real-time updates on ticket availability, entry of incomplete or invalid user data, and poor user experience. These problems highlight the need for an automated system that can handle bookings efficiently while maintaining data accuracy.</a:t>
            </a:r>
          </a:p>
          <a:p>
            <a:pPr algn="just">
              <a:lnSpc>
                <a:spcPct val="150000"/>
              </a:lnSpc>
            </a:pPr>
            <a:r>
              <a:rPr lang="en-US" sz="2800" dirty="0"/>
              <a:t>The absence of a structured and interactive booking system makes it difficult to manage events effectively. Therefore, there is a need to develop a system that provides real-time booking, ensures validation of user inputs, and offers a user-friendly interface for seamless interaction.</a:t>
            </a:r>
          </a:p>
          <a:p>
            <a:pPr marL="457200" indent="-457200" algn="just">
              <a:lnSpc>
                <a:spcPct val="150000"/>
              </a:lnSpc>
              <a:buFontTx/>
              <a:buChar char="-"/>
            </a:pPr>
            <a:endParaRPr lang="en-IN" sz="2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09357" y="3315742"/>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3</a:t>
              </a:r>
            </a:p>
          </p:txBody>
        </p:sp>
      </p:grpSp>
      <p:grpSp>
        <p:nvGrpSpPr>
          <p:cNvPr id="10" name="Group 10"/>
          <p:cNvGrpSpPr/>
          <p:nvPr/>
        </p:nvGrpSpPr>
        <p:grpSpPr>
          <a:xfrm>
            <a:off x="951509" y="4428296"/>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3" name="Group 13"/>
          <p:cNvGrpSpPr/>
          <p:nvPr/>
        </p:nvGrpSpPr>
        <p:grpSpPr>
          <a:xfrm>
            <a:off x="951509"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51509" y="5094059"/>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19" name="Group 19"/>
          <p:cNvGrpSpPr/>
          <p:nvPr/>
        </p:nvGrpSpPr>
        <p:grpSpPr>
          <a:xfrm>
            <a:off x="951509"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51509" y="6425585"/>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5" name="Group 25"/>
          <p:cNvGrpSpPr/>
          <p:nvPr/>
        </p:nvGrpSpPr>
        <p:grpSpPr>
          <a:xfrm>
            <a:off x="951509" y="5759822"/>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41" name="Group 41"/>
          <p:cNvGrpSpPr/>
          <p:nvPr/>
        </p:nvGrpSpPr>
        <p:grpSpPr>
          <a:xfrm>
            <a:off x="951509" y="7093216"/>
            <a:ext cx="508158" cy="543805"/>
            <a:chOff x="0" y="0"/>
            <a:chExt cx="812800" cy="869819"/>
          </a:xfrm>
        </p:grpSpPr>
        <p:sp>
          <p:nvSpPr>
            <p:cNvPr id="42" name="Freeform 4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3" name="TextBox 4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4" name="Group 44"/>
          <p:cNvGrpSpPr/>
          <p:nvPr/>
        </p:nvGrpSpPr>
        <p:grpSpPr>
          <a:xfrm>
            <a:off x="951509" y="7760846"/>
            <a:ext cx="508158" cy="543805"/>
            <a:chOff x="0" y="0"/>
            <a:chExt cx="812800" cy="869819"/>
          </a:xfrm>
        </p:grpSpPr>
        <p:sp>
          <p:nvSpPr>
            <p:cNvPr id="45" name="Freeform 4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6" name="TextBox 4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50" name="TextBox 49">
            <a:extLst>
              <a:ext uri="{FF2B5EF4-FFF2-40B4-BE49-F238E27FC236}">
                <a16:creationId xmlns:a16="http://schemas.microsoft.com/office/drawing/2014/main" id="{5B915D36-EE4F-CB45-6DD3-E1B9C803EB40}"/>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OBJECTIVE(S)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51" name="Freeform 10">
            <a:extLst>
              <a:ext uri="{FF2B5EF4-FFF2-40B4-BE49-F238E27FC236}">
                <a16:creationId xmlns:a16="http://schemas.microsoft.com/office/drawing/2014/main" id="{CC7EEF9B-9155-23B5-AEE9-85067B6C258B}"/>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52" name="TextBox 51">
            <a:extLst>
              <a:ext uri="{FF2B5EF4-FFF2-40B4-BE49-F238E27FC236}">
                <a16:creationId xmlns:a16="http://schemas.microsoft.com/office/drawing/2014/main" id="{056A0A3A-1541-5EC0-5370-02DA282ABDDE}"/>
              </a:ext>
            </a:extLst>
          </p:cNvPr>
          <p:cNvSpPr txBox="1"/>
          <p:nvPr/>
        </p:nvSpPr>
        <p:spPr>
          <a:xfrm>
            <a:off x="2519764" y="2172810"/>
            <a:ext cx="15082325" cy="5842497"/>
          </a:xfrm>
          <a:prstGeom prst="rect">
            <a:avLst/>
          </a:prstGeom>
          <a:noFill/>
        </p:spPr>
        <p:txBody>
          <a:bodyPr wrap="square" rtlCol="0">
            <a:spAutoFit/>
          </a:bodyPr>
          <a:lstStyle/>
          <a:p>
            <a:pPr algn="just">
              <a:lnSpc>
                <a:spcPct val="150000"/>
              </a:lnSpc>
            </a:pPr>
            <a:r>
              <a:rPr lang="en-US" sz="2800" dirty="0"/>
              <a:t>The main objectives of this project are:</a:t>
            </a:r>
          </a:p>
          <a:p>
            <a:pPr marL="457200" indent="-457200" algn="just">
              <a:lnSpc>
                <a:spcPct val="150000"/>
              </a:lnSpc>
              <a:buFont typeface="Arial" panose="020B0604020202020204" pitchFamily="34" charset="0"/>
              <a:buChar char="•"/>
            </a:pPr>
            <a:r>
              <a:rPr lang="en-US" sz="2800" dirty="0"/>
              <a:t>To design and develop a web-based ticket booking system using React JS </a:t>
            </a:r>
          </a:p>
          <a:p>
            <a:pPr marL="457200" indent="-457200" algn="just">
              <a:lnSpc>
                <a:spcPct val="150000"/>
              </a:lnSpc>
              <a:buFont typeface="Arial" panose="020B0604020202020204" pitchFamily="34" charset="0"/>
              <a:buChar char="•"/>
            </a:pPr>
            <a:r>
              <a:rPr lang="en-US" sz="2800" dirty="0"/>
              <a:t>To display event details such as name, date, venue, and ticket price clearly </a:t>
            </a:r>
          </a:p>
          <a:p>
            <a:pPr marL="457200" indent="-457200" algn="just">
              <a:lnSpc>
                <a:spcPct val="150000"/>
              </a:lnSpc>
              <a:buFont typeface="Arial" panose="020B0604020202020204" pitchFamily="34" charset="0"/>
              <a:buChar char="•"/>
            </a:pPr>
            <a:r>
              <a:rPr lang="en-US" sz="2800" dirty="0"/>
              <a:t>To allow users to book tickets online through a structured form </a:t>
            </a:r>
          </a:p>
          <a:p>
            <a:pPr marL="457200" indent="-457200" algn="just">
              <a:lnSpc>
                <a:spcPct val="150000"/>
              </a:lnSpc>
              <a:buFont typeface="Arial" panose="020B0604020202020204" pitchFamily="34" charset="0"/>
              <a:buChar char="•"/>
            </a:pPr>
            <a:r>
              <a:rPr lang="en-US" sz="2800" dirty="0"/>
              <a:t>To validate user inputs such as name, email, and ticket count </a:t>
            </a:r>
          </a:p>
          <a:p>
            <a:pPr marL="457200" indent="-457200" algn="just">
              <a:lnSpc>
                <a:spcPct val="150000"/>
              </a:lnSpc>
              <a:buFont typeface="Arial" panose="020B0604020202020204" pitchFamily="34" charset="0"/>
              <a:buChar char="•"/>
            </a:pPr>
            <a:r>
              <a:rPr lang="en-US" sz="2800" dirty="0"/>
              <a:t>To prevent booking more tickets than available </a:t>
            </a:r>
          </a:p>
          <a:p>
            <a:pPr marL="457200" indent="-457200" algn="just">
              <a:lnSpc>
                <a:spcPct val="150000"/>
              </a:lnSpc>
              <a:buFont typeface="Arial" panose="020B0604020202020204" pitchFamily="34" charset="0"/>
              <a:buChar char="•"/>
            </a:pPr>
            <a:r>
              <a:rPr lang="en-US" sz="2800" dirty="0"/>
              <a:t>To display booking confirmation and summary after successful booking </a:t>
            </a:r>
          </a:p>
          <a:p>
            <a:pPr marL="457200" indent="-457200" algn="just">
              <a:lnSpc>
                <a:spcPct val="150000"/>
              </a:lnSpc>
              <a:buFont typeface="Arial" panose="020B0604020202020204" pitchFamily="34" charset="0"/>
              <a:buChar char="•"/>
            </a:pPr>
            <a:r>
              <a:rPr lang="en-US" sz="2800" dirty="0"/>
              <a:t>To improve overall user experience using a dynamic and responsive interface </a:t>
            </a:r>
          </a:p>
          <a:p>
            <a:pPr marL="457200" indent="-457200" algn="just">
              <a:lnSpc>
                <a:spcPct val="150000"/>
              </a:lnSpc>
              <a:buFontTx/>
              <a:buChar char="-"/>
            </a:pPr>
            <a:endParaRPr lang="en-IN" sz="2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3" name="Group 13"/>
          <p:cNvGrpSpPr/>
          <p:nvPr/>
        </p:nvGrpSpPr>
        <p:grpSpPr>
          <a:xfrm>
            <a:off x="709357" y="3983373"/>
            <a:ext cx="992463" cy="992463"/>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5" name="TextBox 15"/>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4</a:t>
              </a:r>
            </a:p>
          </p:txBody>
        </p:sp>
      </p:grpSp>
      <p:grpSp>
        <p:nvGrpSpPr>
          <p:cNvPr id="16" name="Group 16"/>
          <p:cNvGrpSpPr/>
          <p:nvPr/>
        </p:nvGrpSpPr>
        <p:grpSpPr>
          <a:xfrm>
            <a:off x="951509" y="3315742"/>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9" name="Group 19"/>
          <p:cNvGrpSpPr/>
          <p:nvPr/>
        </p:nvGrpSpPr>
        <p:grpSpPr>
          <a:xfrm>
            <a:off x="951509" y="1982349"/>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2" name="Group 22"/>
          <p:cNvGrpSpPr/>
          <p:nvPr/>
        </p:nvGrpSpPr>
        <p:grpSpPr>
          <a:xfrm>
            <a:off x="951509" y="5094059"/>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5" name="Group 25"/>
          <p:cNvGrpSpPr/>
          <p:nvPr/>
        </p:nvGrpSpPr>
        <p:grpSpPr>
          <a:xfrm>
            <a:off x="951509" y="2648112"/>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8" name="Group 28"/>
          <p:cNvGrpSpPr/>
          <p:nvPr/>
        </p:nvGrpSpPr>
        <p:grpSpPr>
          <a:xfrm>
            <a:off x="951509" y="6425585"/>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51509" y="5759822"/>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4" name="Group 34"/>
          <p:cNvGrpSpPr/>
          <p:nvPr/>
        </p:nvGrpSpPr>
        <p:grpSpPr>
          <a:xfrm>
            <a:off x="951509" y="7093216"/>
            <a:ext cx="508158" cy="543805"/>
            <a:chOff x="0" y="0"/>
            <a:chExt cx="812800" cy="869819"/>
          </a:xfrm>
        </p:grpSpPr>
        <p:sp>
          <p:nvSpPr>
            <p:cNvPr id="35" name="Freeform 3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6" name="TextBox 3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7" name="Group 37"/>
          <p:cNvGrpSpPr/>
          <p:nvPr/>
        </p:nvGrpSpPr>
        <p:grpSpPr>
          <a:xfrm>
            <a:off x="951509" y="7760846"/>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5" name="Freeform 10">
            <a:extLst>
              <a:ext uri="{FF2B5EF4-FFF2-40B4-BE49-F238E27FC236}">
                <a16:creationId xmlns:a16="http://schemas.microsoft.com/office/drawing/2014/main" id="{D5D1FD99-C9A7-927E-AD67-E70F11DBAAA2}"/>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46" name="TextBox 45">
            <a:extLst>
              <a:ext uri="{FF2B5EF4-FFF2-40B4-BE49-F238E27FC236}">
                <a16:creationId xmlns:a16="http://schemas.microsoft.com/office/drawing/2014/main" id="{E7218D14-8F44-8040-8BFD-49A59591F527}"/>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E8F19716-1653-9AE0-442E-B3829A585B46}"/>
              </a:ext>
            </a:extLst>
          </p:cNvPr>
          <p:cNvSpPr txBox="1"/>
          <p:nvPr/>
        </p:nvSpPr>
        <p:spPr>
          <a:xfrm>
            <a:off x="2385690" y="2257182"/>
            <a:ext cx="15082325" cy="5831853"/>
          </a:xfrm>
          <a:prstGeom prst="rect">
            <a:avLst/>
          </a:prstGeom>
          <a:noFill/>
        </p:spPr>
        <p:txBody>
          <a:bodyPr wrap="square" rtlCol="0">
            <a:spAutoFit/>
          </a:bodyPr>
          <a:lstStyle/>
          <a:p>
            <a:pPr algn="just">
              <a:lnSpc>
                <a:spcPct val="150000"/>
              </a:lnSpc>
            </a:pPr>
            <a:r>
              <a:rPr lang="en-US" sz="2800" dirty="0">
                <a:latin typeface="Times New Roman" panose="02020603050405020304" pitchFamily="18" charset="0"/>
                <a:cs typeface="Times New Roman" panose="02020603050405020304" pitchFamily="18" charset="0"/>
              </a:rPr>
              <a:t>The proposed system is a React-based ticket booking application that provides an efficient and automated solution for managing event bookings. It allows users to access event details and book tickets through an interactive interface.</a:t>
            </a:r>
          </a:p>
          <a:p>
            <a:pPr algn="just">
              <a:lnSpc>
                <a:spcPct val="150000"/>
              </a:lnSpc>
            </a:pPr>
            <a:r>
              <a:rPr lang="en-US" sz="2800" dirty="0">
                <a:latin typeface="Times New Roman" panose="02020603050405020304" pitchFamily="18" charset="0"/>
                <a:cs typeface="Times New Roman" panose="02020603050405020304" pitchFamily="18" charset="0"/>
              </a:rPr>
              <a:t>The system includes features such as input validation, ticket availability checking, and booking confirmation. It ensures that users cannot book more tickets than available, thereby preventing overbooking. The application dynamically updates ticket availability after each successful booking.</a:t>
            </a:r>
          </a:p>
          <a:p>
            <a:pPr algn="just">
              <a:lnSpc>
                <a:spcPct val="150000"/>
              </a:lnSpc>
            </a:pPr>
            <a:r>
              <a:rPr lang="en-US" sz="2800" dirty="0">
                <a:latin typeface="Times New Roman" panose="02020603050405020304" pitchFamily="18" charset="0"/>
                <a:cs typeface="Times New Roman" panose="02020603050405020304" pitchFamily="18" charset="0"/>
              </a:rPr>
              <a:t>The system is designed to be simple, efficient, and easy to use, making it suitable for internal departmental events. It reduces manual effort and improves accuracy in booking operations.</a:t>
            </a:r>
          </a:p>
          <a:p>
            <a:pPr marL="457200" indent="-457200" algn="just">
              <a:lnSpc>
                <a:spcPct val="150000"/>
              </a:lnSpc>
              <a:buFontTx/>
              <a:buChar char="-"/>
            </a:pPr>
            <a:endParaRPr lang="en-IN" sz="2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5" name="Group 5"/>
          <p:cNvGrpSpPr/>
          <p:nvPr/>
        </p:nvGrpSpPr>
        <p:grpSpPr>
          <a:xfrm>
            <a:off x="709357" y="4655766"/>
            <a:ext cx="992463" cy="992463"/>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7" name="TextBox 7"/>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5</a:t>
              </a:r>
            </a:p>
          </p:txBody>
        </p:sp>
      </p:grpSp>
      <p:grpSp>
        <p:nvGrpSpPr>
          <p:cNvPr id="8" name="Group 8"/>
          <p:cNvGrpSpPr/>
          <p:nvPr/>
        </p:nvGrpSpPr>
        <p:grpSpPr>
          <a:xfrm>
            <a:off x="951509" y="3320505"/>
            <a:ext cx="508158" cy="543805"/>
            <a:chOff x="0" y="0"/>
            <a:chExt cx="812800" cy="869819"/>
          </a:xfrm>
        </p:grpSpPr>
        <p:sp>
          <p:nvSpPr>
            <p:cNvPr id="9" name="Freeform 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 name="TextBox 1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1" name="Group 11"/>
          <p:cNvGrpSpPr/>
          <p:nvPr/>
        </p:nvGrpSpPr>
        <p:grpSpPr>
          <a:xfrm>
            <a:off x="951509" y="1987111"/>
            <a:ext cx="508158" cy="543805"/>
            <a:chOff x="0" y="0"/>
            <a:chExt cx="812800" cy="869819"/>
          </a:xfrm>
        </p:grpSpPr>
        <p:sp>
          <p:nvSpPr>
            <p:cNvPr id="12" name="Freeform 1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3" name="TextBox 1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4" name="Group 14"/>
          <p:cNvGrpSpPr/>
          <p:nvPr/>
        </p:nvGrpSpPr>
        <p:grpSpPr>
          <a:xfrm>
            <a:off x="951509" y="3988135"/>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p:cNvGrpSpPr/>
          <p:nvPr/>
        </p:nvGrpSpPr>
        <p:grpSpPr>
          <a:xfrm>
            <a:off x="951509" y="2652874"/>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0" name="Group 20"/>
          <p:cNvGrpSpPr/>
          <p:nvPr/>
        </p:nvGrpSpPr>
        <p:grpSpPr>
          <a:xfrm>
            <a:off x="951509" y="6430348"/>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3" name="Group 23"/>
          <p:cNvGrpSpPr/>
          <p:nvPr/>
        </p:nvGrpSpPr>
        <p:grpSpPr>
          <a:xfrm>
            <a:off x="951509" y="5764584"/>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6" name="Group 26"/>
          <p:cNvGrpSpPr/>
          <p:nvPr/>
        </p:nvGrpSpPr>
        <p:grpSpPr>
          <a:xfrm>
            <a:off x="951509" y="7088453"/>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29" name="Group 29"/>
          <p:cNvGrpSpPr/>
          <p:nvPr/>
        </p:nvGrpSpPr>
        <p:grpSpPr>
          <a:xfrm>
            <a:off x="951509" y="7756083"/>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grpSp>
        <p:nvGrpSpPr>
          <p:cNvPr id="37" name="Group 37"/>
          <p:cNvGrpSpPr/>
          <p:nvPr/>
        </p:nvGrpSpPr>
        <p:grpSpPr>
          <a:xfrm>
            <a:off x="11762088" y="-9584724"/>
            <a:ext cx="10994424" cy="10994424"/>
            <a:chOff x="0" y="0"/>
            <a:chExt cx="812800" cy="812800"/>
          </a:xfrm>
        </p:grpSpPr>
        <p:sp>
          <p:nvSpPr>
            <p:cNvPr id="38" name="Freeform 3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9" name="TextBox 39"/>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1" name="Freeform 10">
            <a:extLst>
              <a:ext uri="{FF2B5EF4-FFF2-40B4-BE49-F238E27FC236}">
                <a16:creationId xmlns:a16="http://schemas.microsoft.com/office/drawing/2014/main" id="{01BC0C31-7FCD-94EE-8B85-19FBC227565C}"/>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42" name="TextBox 41">
            <a:extLst>
              <a:ext uri="{FF2B5EF4-FFF2-40B4-BE49-F238E27FC236}">
                <a16:creationId xmlns:a16="http://schemas.microsoft.com/office/drawing/2014/main" id="{A4B3B85F-0C7B-16B9-6D50-94A4DFD2D192}"/>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 ARCHITECTURE</a:t>
            </a:r>
            <a:endParaRPr lang="en-IN" sz="4800" b="1" dirty="0">
              <a:solidFill>
                <a:srgbClr val="0033CC"/>
              </a:solidFill>
              <a:latin typeface="Times New Roman" panose="02020603050405020304" pitchFamily="18" charset="0"/>
              <a:cs typeface="Times New Roman" panose="02020603050405020304" pitchFamily="18" charset="0"/>
            </a:endParaRPr>
          </a:p>
        </p:txBody>
      </p:sp>
      <p:pic>
        <p:nvPicPr>
          <p:cNvPr id="32" name="Picture 31">
            <a:extLst>
              <a:ext uri="{FF2B5EF4-FFF2-40B4-BE49-F238E27FC236}">
                <a16:creationId xmlns:a16="http://schemas.microsoft.com/office/drawing/2014/main" id="{DAC5D40D-2B4F-ADA5-41C5-77AD3B7ADC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28800" y="266700"/>
            <a:ext cx="14630400" cy="97536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4" name="Group 14"/>
          <p:cNvGrpSpPr/>
          <p:nvPr/>
        </p:nvGrpSpPr>
        <p:grpSpPr>
          <a:xfrm>
            <a:off x="735588" y="5318634"/>
            <a:ext cx="992463" cy="992463"/>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6" name="TextBox 16"/>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6</a:t>
              </a:r>
            </a:p>
          </p:txBody>
        </p:sp>
      </p:grpSp>
      <p:grpSp>
        <p:nvGrpSpPr>
          <p:cNvPr id="17" name="Group 17"/>
          <p:cNvGrpSpPr/>
          <p:nvPr/>
        </p:nvGrpSpPr>
        <p:grpSpPr>
          <a:xfrm>
            <a:off x="977741" y="3315742"/>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0" name="Group 20"/>
          <p:cNvGrpSpPr/>
          <p:nvPr/>
        </p:nvGrpSpPr>
        <p:grpSpPr>
          <a:xfrm>
            <a:off x="977741" y="198234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3" name="Group 23"/>
          <p:cNvGrpSpPr/>
          <p:nvPr/>
        </p:nvGrpSpPr>
        <p:grpSpPr>
          <a:xfrm>
            <a:off x="977741" y="398337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26" name="Group 26"/>
          <p:cNvGrpSpPr/>
          <p:nvPr/>
        </p:nvGrpSpPr>
        <p:grpSpPr>
          <a:xfrm>
            <a:off x="977741" y="2648112"/>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9" name="Group 29"/>
          <p:cNvGrpSpPr/>
          <p:nvPr/>
        </p:nvGrpSpPr>
        <p:grpSpPr>
          <a:xfrm>
            <a:off x="977741" y="6425585"/>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2" name="Group 32"/>
          <p:cNvGrpSpPr/>
          <p:nvPr/>
        </p:nvGrpSpPr>
        <p:grpSpPr>
          <a:xfrm>
            <a:off x="977741" y="4651003"/>
            <a:ext cx="508158" cy="543805"/>
            <a:chOff x="0" y="0"/>
            <a:chExt cx="812800" cy="869819"/>
          </a:xfrm>
        </p:grpSpPr>
        <p:sp>
          <p:nvSpPr>
            <p:cNvPr id="33" name="Freeform 3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4" name="TextBox 3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37" name="Group 37"/>
          <p:cNvGrpSpPr/>
          <p:nvPr/>
        </p:nvGrpSpPr>
        <p:grpSpPr>
          <a:xfrm>
            <a:off x="977741" y="7093216"/>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0" name="Group 40"/>
          <p:cNvGrpSpPr/>
          <p:nvPr/>
        </p:nvGrpSpPr>
        <p:grpSpPr>
          <a:xfrm>
            <a:off x="977741" y="776084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6" name="Freeform 10">
            <a:extLst>
              <a:ext uri="{FF2B5EF4-FFF2-40B4-BE49-F238E27FC236}">
                <a16:creationId xmlns:a16="http://schemas.microsoft.com/office/drawing/2014/main" id="{3663A130-069F-2D83-78E7-4DA0FE7AAC6E}"/>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47" name="TextBox 46">
            <a:extLst>
              <a:ext uri="{FF2B5EF4-FFF2-40B4-BE49-F238E27FC236}">
                <a16:creationId xmlns:a16="http://schemas.microsoft.com/office/drawing/2014/main" id="{1B156733-A733-69AA-7523-59650E125994}"/>
              </a:ext>
            </a:extLst>
          </p:cNvPr>
          <p:cNvSpPr txBox="1"/>
          <p:nvPr/>
        </p:nvSpPr>
        <p:spPr>
          <a:xfrm>
            <a:off x="190500" y="315938"/>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WORKFLOW</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2" name="Rectangle 1">
            <a:extLst>
              <a:ext uri="{FF2B5EF4-FFF2-40B4-BE49-F238E27FC236}">
                <a16:creationId xmlns:a16="http://schemas.microsoft.com/office/drawing/2014/main" id="{9513740D-A805-9151-35BD-38EE66346042}"/>
              </a:ext>
            </a:extLst>
          </p:cNvPr>
          <p:cNvSpPr>
            <a:spLocks noChangeArrowheads="1"/>
          </p:cNvSpPr>
          <p:nvPr/>
        </p:nvSpPr>
        <p:spPr bwMode="auto">
          <a:xfrm>
            <a:off x="2133600" y="2367225"/>
            <a:ext cx="7177808" cy="51855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FontTx/>
              <a:buNone/>
              <a:tabLst/>
            </a:pPr>
            <a:endPar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User opens the application </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Views event details </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Enters booking details (name, email, etc.) </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System validates input </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Checks ticket availability </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Books tickets if valid </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Displays booking confirmation and summary </a:t>
            </a:r>
          </a:p>
        </p:txBody>
      </p:sp>
      <p:pic>
        <p:nvPicPr>
          <p:cNvPr id="4" name="Picture 3">
            <a:extLst>
              <a:ext uri="{FF2B5EF4-FFF2-40B4-BE49-F238E27FC236}">
                <a16:creationId xmlns:a16="http://schemas.microsoft.com/office/drawing/2014/main" id="{2C8D141A-107C-4C8D-D7ED-3D8C554B94D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601200" y="2038325"/>
            <a:ext cx="7951212" cy="6160753"/>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9" name="Group 19"/>
          <p:cNvGrpSpPr/>
          <p:nvPr/>
        </p:nvGrpSpPr>
        <p:grpSpPr>
          <a:xfrm>
            <a:off x="735588" y="5976927"/>
            <a:ext cx="992463" cy="992463"/>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21" name="TextBox 21"/>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7</a:t>
              </a:r>
            </a:p>
          </p:txBody>
        </p:sp>
      </p:grpSp>
      <p:grpSp>
        <p:nvGrpSpPr>
          <p:cNvPr id="22" name="Group 22"/>
          <p:cNvGrpSpPr/>
          <p:nvPr/>
        </p:nvGrpSpPr>
        <p:grpSpPr>
          <a:xfrm>
            <a:off x="977741" y="3315742"/>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5" name="Group 25"/>
          <p:cNvGrpSpPr/>
          <p:nvPr/>
        </p:nvGrpSpPr>
        <p:grpSpPr>
          <a:xfrm>
            <a:off x="977741" y="1982349"/>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8" name="Group 28"/>
          <p:cNvGrpSpPr/>
          <p:nvPr/>
        </p:nvGrpSpPr>
        <p:grpSpPr>
          <a:xfrm>
            <a:off x="977741" y="3983373"/>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31" name="Group 31"/>
          <p:cNvGrpSpPr/>
          <p:nvPr/>
        </p:nvGrpSpPr>
        <p:grpSpPr>
          <a:xfrm>
            <a:off x="977741" y="2648112"/>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34" name="Group 34"/>
          <p:cNvGrpSpPr/>
          <p:nvPr/>
        </p:nvGrpSpPr>
        <p:grpSpPr>
          <a:xfrm>
            <a:off x="977741" y="5318634"/>
            <a:ext cx="508158" cy="543805"/>
            <a:chOff x="0" y="0"/>
            <a:chExt cx="812800" cy="869819"/>
          </a:xfrm>
        </p:grpSpPr>
        <p:sp>
          <p:nvSpPr>
            <p:cNvPr id="35" name="Freeform 3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6" name="TextBox 3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7" name="Group 37"/>
          <p:cNvGrpSpPr/>
          <p:nvPr/>
        </p:nvGrpSpPr>
        <p:grpSpPr>
          <a:xfrm>
            <a:off x="977741" y="4651003"/>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40" name="Group 40"/>
          <p:cNvGrpSpPr/>
          <p:nvPr/>
        </p:nvGrpSpPr>
        <p:grpSpPr>
          <a:xfrm>
            <a:off x="977741" y="709321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3" name="Group 43"/>
          <p:cNvGrpSpPr/>
          <p:nvPr/>
        </p:nvGrpSpPr>
        <p:grpSpPr>
          <a:xfrm>
            <a:off x="977741" y="7760846"/>
            <a:ext cx="508158" cy="543805"/>
            <a:chOff x="0" y="0"/>
            <a:chExt cx="812800" cy="869819"/>
          </a:xfrm>
        </p:grpSpPr>
        <p:sp>
          <p:nvSpPr>
            <p:cNvPr id="44" name="Freeform 4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5" name="TextBox 4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6" name="Freeform 10">
            <a:extLst>
              <a:ext uri="{FF2B5EF4-FFF2-40B4-BE49-F238E27FC236}">
                <a16:creationId xmlns:a16="http://schemas.microsoft.com/office/drawing/2014/main" id="{307389F6-23D0-83F6-DD02-F20D61DADE76}"/>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47" name="TextBox 46">
            <a:extLst>
              <a:ext uri="{FF2B5EF4-FFF2-40B4-BE49-F238E27FC236}">
                <a16:creationId xmlns:a16="http://schemas.microsoft.com/office/drawing/2014/main" id="{E4ED097B-FECF-66E6-2A98-0F8B4D948FC8}"/>
              </a:ext>
            </a:extLst>
          </p:cNvPr>
          <p:cNvSpPr txBox="1"/>
          <p:nvPr/>
        </p:nvSpPr>
        <p:spPr>
          <a:xfrm>
            <a:off x="828631" y="831742"/>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TECHNOLOGIES USED</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2" name="Rectangle 1">
            <a:extLst>
              <a:ext uri="{FF2B5EF4-FFF2-40B4-BE49-F238E27FC236}">
                <a16:creationId xmlns:a16="http://schemas.microsoft.com/office/drawing/2014/main" id="{FD76F433-CAAF-0943-04EE-D0A49D0245F7}"/>
              </a:ext>
            </a:extLst>
          </p:cNvPr>
          <p:cNvSpPr>
            <a:spLocks noChangeArrowheads="1"/>
          </p:cNvSpPr>
          <p:nvPr/>
        </p:nvSpPr>
        <p:spPr bwMode="auto">
          <a:xfrm>
            <a:off x="3048000" y="2648112"/>
            <a:ext cx="11343170" cy="51855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algn="just">
              <a:lnSpc>
                <a:spcPct val="150000"/>
              </a:lnSpc>
            </a:pPr>
            <a:r>
              <a:rPr lang="en-US" sz="2800" dirty="0">
                <a:latin typeface="Times New Roman" panose="02020603050405020304" pitchFamily="18" charset="0"/>
                <a:cs typeface="Times New Roman" panose="02020603050405020304" pitchFamily="18" charset="0"/>
              </a:rPr>
              <a:t>The project is developed using modern web technologies:</a:t>
            </a:r>
          </a:p>
          <a:p>
            <a:pPr algn="just">
              <a:lnSpc>
                <a:spcPct val="150000"/>
              </a:lnSpc>
            </a:pPr>
            <a:r>
              <a:rPr lang="en-US" sz="2800" b="1" dirty="0">
                <a:latin typeface="Times New Roman" panose="02020603050405020304" pitchFamily="18" charset="0"/>
                <a:cs typeface="Times New Roman" panose="02020603050405020304" pitchFamily="18" charset="0"/>
              </a:rPr>
              <a:t>React JS:</a:t>
            </a:r>
            <a:r>
              <a:rPr lang="en-US" sz="2800" dirty="0">
                <a:latin typeface="Times New Roman" panose="02020603050405020304" pitchFamily="18" charset="0"/>
                <a:cs typeface="Times New Roman" panose="02020603050405020304" pitchFamily="18" charset="0"/>
              </a:rPr>
              <a:t> Used for building the user interface and handling dynamic content </a:t>
            </a:r>
          </a:p>
          <a:p>
            <a:pPr algn="just">
              <a:lnSpc>
                <a:spcPct val="150000"/>
              </a:lnSpc>
            </a:pPr>
            <a:r>
              <a:rPr lang="en-US" sz="2800" b="1" dirty="0">
                <a:latin typeface="Times New Roman" panose="02020603050405020304" pitchFamily="18" charset="0"/>
                <a:cs typeface="Times New Roman" panose="02020603050405020304" pitchFamily="18" charset="0"/>
              </a:rPr>
              <a:t>HTML5:</a:t>
            </a:r>
            <a:r>
              <a:rPr lang="en-US" sz="2800" dirty="0">
                <a:latin typeface="Times New Roman" panose="02020603050405020304" pitchFamily="18" charset="0"/>
                <a:cs typeface="Times New Roman" panose="02020603050405020304" pitchFamily="18" charset="0"/>
              </a:rPr>
              <a:t> Provides the structure of the web application </a:t>
            </a:r>
          </a:p>
          <a:p>
            <a:pPr algn="just">
              <a:lnSpc>
                <a:spcPct val="150000"/>
              </a:lnSpc>
            </a:pPr>
            <a:r>
              <a:rPr lang="en-US" sz="2800" b="1" dirty="0">
                <a:latin typeface="Times New Roman" panose="02020603050405020304" pitchFamily="18" charset="0"/>
                <a:cs typeface="Times New Roman" panose="02020603050405020304" pitchFamily="18" charset="0"/>
              </a:rPr>
              <a:t>CSS3:</a:t>
            </a:r>
            <a:r>
              <a:rPr lang="en-US" sz="2800" dirty="0">
                <a:latin typeface="Times New Roman" panose="02020603050405020304" pitchFamily="18" charset="0"/>
                <a:cs typeface="Times New Roman" panose="02020603050405020304" pitchFamily="18" charset="0"/>
              </a:rPr>
              <a:t> Used for styling and layout design </a:t>
            </a:r>
          </a:p>
          <a:p>
            <a:pPr algn="just">
              <a:lnSpc>
                <a:spcPct val="150000"/>
              </a:lnSpc>
            </a:pPr>
            <a:r>
              <a:rPr lang="en-US" sz="2800" b="1" dirty="0">
                <a:latin typeface="Times New Roman" panose="02020603050405020304" pitchFamily="18" charset="0"/>
                <a:cs typeface="Times New Roman" panose="02020603050405020304" pitchFamily="18" charset="0"/>
              </a:rPr>
              <a:t>JavaScript (ES6):</a:t>
            </a:r>
            <a:r>
              <a:rPr lang="en-US" sz="2800" dirty="0">
                <a:latin typeface="Times New Roman" panose="02020603050405020304" pitchFamily="18" charset="0"/>
                <a:cs typeface="Times New Roman" panose="02020603050405020304" pitchFamily="18" charset="0"/>
              </a:rPr>
              <a:t> Handles logic, event handling, and validation </a:t>
            </a:r>
          </a:p>
          <a:p>
            <a:pPr algn="just">
              <a:lnSpc>
                <a:spcPct val="150000"/>
              </a:lnSpc>
            </a:pPr>
            <a:r>
              <a:rPr lang="en-US" sz="2800" b="1" dirty="0">
                <a:latin typeface="Times New Roman" panose="02020603050405020304" pitchFamily="18" charset="0"/>
                <a:cs typeface="Times New Roman" panose="02020603050405020304" pitchFamily="18" charset="0"/>
              </a:rPr>
              <a:t>VS Code:</a:t>
            </a:r>
            <a:r>
              <a:rPr lang="en-US" sz="2800" dirty="0">
                <a:latin typeface="Times New Roman" panose="02020603050405020304" pitchFamily="18" charset="0"/>
                <a:cs typeface="Times New Roman" panose="02020603050405020304" pitchFamily="18" charset="0"/>
              </a:rPr>
              <a:t> Development environment for writing code </a:t>
            </a:r>
          </a:p>
          <a:p>
            <a:pPr algn="just">
              <a:lnSpc>
                <a:spcPct val="150000"/>
              </a:lnSpc>
            </a:pPr>
            <a:r>
              <a:rPr lang="en-US" sz="2800" b="1" dirty="0">
                <a:latin typeface="Times New Roman" panose="02020603050405020304" pitchFamily="18" charset="0"/>
                <a:cs typeface="Times New Roman" panose="02020603050405020304" pitchFamily="18" charset="0"/>
              </a:rPr>
              <a:t>Web Browser:</a:t>
            </a:r>
            <a:r>
              <a:rPr lang="en-US" sz="2800" dirty="0">
                <a:latin typeface="Times New Roman" panose="02020603050405020304" pitchFamily="18" charset="0"/>
                <a:cs typeface="Times New Roman" panose="02020603050405020304" pitchFamily="18" charset="0"/>
              </a:rPr>
              <a:t> Used to run and test the application</a:t>
            </a:r>
          </a:p>
          <a:p>
            <a:pPr marL="0" marR="0" lvl="0" indent="0" algn="just" defTabSz="914400" rtl="0" eaLnBrk="0" fontAlgn="base" latinLnBrk="0" hangingPunct="0">
              <a:lnSpc>
                <a:spcPct val="150000"/>
              </a:lnSpc>
              <a:spcBef>
                <a:spcPct val="0"/>
              </a:spcBef>
              <a:spcAft>
                <a:spcPct val="0"/>
              </a:spcAft>
              <a:buClrTx/>
              <a:buSzTx/>
              <a:buFontTx/>
              <a:buChar char="•"/>
              <a:tabLst/>
            </a:pPr>
            <a:endPar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35588" y="6653894"/>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8</a:t>
              </a:r>
            </a:p>
          </p:txBody>
        </p:sp>
      </p:grpSp>
      <p:grpSp>
        <p:nvGrpSpPr>
          <p:cNvPr id="10" name="Group 10"/>
          <p:cNvGrpSpPr/>
          <p:nvPr/>
        </p:nvGrpSpPr>
        <p:grpSpPr>
          <a:xfrm>
            <a:off x="977741" y="3315742"/>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p:cNvGrpSpPr/>
          <p:nvPr/>
        </p:nvGrpSpPr>
        <p:grpSpPr>
          <a:xfrm>
            <a:off x="977741"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77741" y="3983373"/>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p:cNvGrpSpPr/>
          <p:nvPr/>
        </p:nvGrpSpPr>
        <p:grpSpPr>
          <a:xfrm>
            <a:off x="977741"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77741" y="5318634"/>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p:cNvGrpSpPr/>
          <p:nvPr/>
        </p:nvGrpSpPr>
        <p:grpSpPr>
          <a:xfrm>
            <a:off x="977741" y="4651003"/>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p:cNvGrpSpPr/>
          <p:nvPr/>
        </p:nvGrpSpPr>
        <p:grpSpPr>
          <a:xfrm>
            <a:off x="977741" y="5986264"/>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77741" y="7760846"/>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35" name="Group 35"/>
          <p:cNvGrpSpPr/>
          <p:nvPr/>
        </p:nvGrpSpPr>
        <p:grpSpPr>
          <a:xfrm>
            <a:off x="17170670" y="-178579"/>
            <a:ext cx="10994424" cy="10994424"/>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9A1BCE7C-890E-A01E-691E-1D3D07CF6333}"/>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MODULE DESCRIPTION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2" name="Rectangle 1">
            <a:extLst>
              <a:ext uri="{FF2B5EF4-FFF2-40B4-BE49-F238E27FC236}">
                <a16:creationId xmlns:a16="http://schemas.microsoft.com/office/drawing/2014/main" id="{AA58ACC9-4460-DA36-9F55-E8A1D37BBECB}"/>
              </a:ext>
            </a:extLst>
          </p:cNvPr>
          <p:cNvSpPr>
            <a:spLocks noChangeArrowheads="1"/>
          </p:cNvSpPr>
          <p:nvPr/>
        </p:nvSpPr>
        <p:spPr bwMode="auto">
          <a:xfrm>
            <a:off x="2219371" y="2254420"/>
            <a:ext cx="14094049" cy="58318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a:lnSpc>
                <a:spcPct val="150000"/>
              </a:lnSpc>
            </a:pPr>
            <a:r>
              <a:rPr lang="en-US" sz="2800" dirty="0">
                <a:latin typeface="Times New Roman" panose="02020603050405020304" pitchFamily="18" charset="0"/>
                <a:cs typeface="Times New Roman" panose="02020603050405020304" pitchFamily="18" charset="0"/>
              </a:rPr>
              <a:t>The system is divided into several modules for better organization and functionality:</a:t>
            </a:r>
          </a:p>
          <a:p>
            <a:pPr algn="just">
              <a:lnSpc>
                <a:spcPct val="150000"/>
              </a:lnSpc>
            </a:pPr>
            <a:r>
              <a:rPr lang="en-US" sz="2800" b="1" dirty="0">
                <a:latin typeface="Times New Roman" panose="02020603050405020304" pitchFamily="18" charset="0"/>
                <a:cs typeface="Times New Roman" panose="02020603050405020304" pitchFamily="18" charset="0"/>
              </a:rPr>
              <a:t>Event Details Module:</a:t>
            </a:r>
            <a:r>
              <a:rPr lang="en-US" sz="2800" dirty="0">
                <a:latin typeface="Times New Roman" panose="02020603050405020304" pitchFamily="18" charset="0"/>
                <a:cs typeface="Times New Roman" panose="02020603050405020304" pitchFamily="18" charset="0"/>
              </a:rPr>
              <a:t> Displays event information such as name, date, venue, price, and available tickets </a:t>
            </a:r>
          </a:p>
          <a:p>
            <a:pPr algn="just">
              <a:lnSpc>
                <a:spcPct val="150000"/>
              </a:lnSpc>
            </a:pPr>
            <a:r>
              <a:rPr lang="en-US" sz="2800" b="1" dirty="0">
                <a:latin typeface="Times New Roman" panose="02020603050405020304" pitchFamily="18" charset="0"/>
                <a:cs typeface="Times New Roman" panose="02020603050405020304" pitchFamily="18" charset="0"/>
              </a:rPr>
              <a:t>Booking Module:</a:t>
            </a:r>
            <a:r>
              <a:rPr lang="en-US" sz="2800" dirty="0">
                <a:latin typeface="Times New Roman" panose="02020603050405020304" pitchFamily="18" charset="0"/>
                <a:cs typeface="Times New Roman" panose="02020603050405020304" pitchFamily="18" charset="0"/>
              </a:rPr>
              <a:t> Collects user details and processes ticket booking </a:t>
            </a:r>
          </a:p>
          <a:p>
            <a:pPr algn="just">
              <a:lnSpc>
                <a:spcPct val="150000"/>
              </a:lnSpc>
            </a:pPr>
            <a:r>
              <a:rPr lang="en-US" sz="2800" b="1" dirty="0">
                <a:latin typeface="Times New Roman" panose="02020603050405020304" pitchFamily="18" charset="0"/>
                <a:cs typeface="Times New Roman" panose="02020603050405020304" pitchFamily="18" charset="0"/>
              </a:rPr>
              <a:t>Validation Module:</a:t>
            </a:r>
            <a:r>
              <a:rPr lang="en-US" sz="2800" dirty="0">
                <a:latin typeface="Times New Roman" panose="02020603050405020304" pitchFamily="18" charset="0"/>
                <a:cs typeface="Times New Roman" panose="02020603050405020304" pitchFamily="18" charset="0"/>
              </a:rPr>
              <a:t> Ensures all inputs are valid, including email format and ticket count </a:t>
            </a:r>
          </a:p>
          <a:p>
            <a:pPr algn="just">
              <a:lnSpc>
                <a:spcPct val="150000"/>
              </a:lnSpc>
            </a:pPr>
            <a:r>
              <a:rPr lang="en-US" sz="2800" b="1" dirty="0">
                <a:latin typeface="Times New Roman" panose="02020603050405020304" pitchFamily="18" charset="0"/>
                <a:cs typeface="Times New Roman" panose="02020603050405020304" pitchFamily="18" charset="0"/>
              </a:rPr>
              <a:t>Ticket Management Module:</a:t>
            </a:r>
            <a:r>
              <a:rPr lang="en-US" sz="2800" dirty="0">
                <a:latin typeface="Times New Roman" panose="02020603050405020304" pitchFamily="18" charset="0"/>
                <a:cs typeface="Times New Roman" panose="02020603050405020304" pitchFamily="18" charset="0"/>
              </a:rPr>
              <a:t> Updates available tickets and prevents overbooking </a:t>
            </a:r>
          </a:p>
          <a:p>
            <a:pPr algn="just">
              <a:lnSpc>
                <a:spcPct val="150000"/>
              </a:lnSpc>
            </a:pPr>
            <a:r>
              <a:rPr lang="en-US" sz="2800" b="1" dirty="0">
                <a:latin typeface="Times New Roman" panose="02020603050405020304" pitchFamily="18" charset="0"/>
                <a:cs typeface="Times New Roman" panose="02020603050405020304" pitchFamily="18" charset="0"/>
              </a:rPr>
              <a:t>Booking Summary Module:</a:t>
            </a:r>
            <a:r>
              <a:rPr lang="en-US" sz="2800" dirty="0">
                <a:latin typeface="Times New Roman" panose="02020603050405020304" pitchFamily="18" charset="0"/>
                <a:cs typeface="Times New Roman" panose="02020603050405020304" pitchFamily="18" charset="0"/>
              </a:rPr>
              <a:t> Displays booking confirmation along with user details </a:t>
            </a:r>
          </a:p>
          <a:p>
            <a:pPr algn="just">
              <a:lnSpc>
                <a:spcPct val="150000"/>
              </a:lnSpc>
            </a:pPr>
            <a:r>
              <a:rPr lang="en-US" sz="2800" dirty="0">
                <a:latin typeface="Times New Roman" panose="02020603050405020304" pitchFamily="18" charset="0"/>
                <a:cs typeface="Times New Roman" panose="02020603050405020304" pitchFamily="18" charset="0"/>
              </a:rPr>
              <a:t>Each module performs a specific function, ensuring smooth operation of the system.</a:t>
            </a:r>
          </a:p>
          <a:p>
            <a:pPr marL="0" marR="0" lvl="0" indent="0" algn="just" defTabSz="914400" rtl="0" eaLnBrk="0" fontAlgn="base" latinLnBrk="0" hangingPunct="0">
              <a:lnSpc>
                <a:spcPct val="150000"/>
              </a:lnSpc>
              <a:spcBef>
                <a:spcPct val="0"/>
              </a:spcBef>
              <a:spcAft>
                <a:spcPct val="0"/>
              </a:spcAft>
              <a:buClrTx/>
              <a:buSzTx/>
              <a:buFontTx/>
              <a:buChar char="•"/>
              <a:tabLst/>
            </a:pPr>
            <a:endPar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E0BFBA1B-7EE7-47B6-41F3-C4B61A979F6F}"/>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D8CD5C70-566B-9213-9F31-546BB621CCAF}"/>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7EBAE7EB-82E8-3AF5-3C43-EA7688F73256}"/>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a:extLst>
                <a:ext uri="{FF2B5EF4-FFF2-40B4-BE49-F238E27FC236}">
                  <a16:creationId xmlns:a16="http://schemas.microsoft.com/office/drawing/2014/main" id="{5294143A-C171-B89D-02DF-136CB32B43C9}"/>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a:t>
              </a:r>
            </a:p>
          </p:txBody>
        </p:sp>
      </p:grpSp>
      <p:grpSp>
        <p:nvGrpSpPr>
          <p:cNvPr id="10" name="Group 10">
            <a:extLst>
              <a:ext uri="{FF2B5EF4-FFF2-40B4-BE49-F238E27FC236}">
                <a16:creationId xmlns:a16="http://schemas.microsoft.com/office/drawing/2014/main" id="{811A371D-2A07-AABC-E66C-143D37E0F12C}"/>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2F7BDC7D-6911-7D85-E73A-2061DE32440B}"/>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a:extLst>
                <a:ext uri="{FF2B5EF4-FFF2-40B4-BE49-F238E27FC236}">
                  <a16:creationId xmlns:a16="http://schemas.microsoft.com/office/drawing/2014/main" id="{6DEA2241-E6A3-8051-F424-21070A5DF29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4DD3D6A9-1C97-9943-C984-B50356BAE3FF}"/>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6BB1489C-F4F8-D62E-3AD9-3CAA028A426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a:extLst>
                <a:ext uri="{FF2B5EF4-FFF2-40B4-BE49-F238E27FC236}">
                  <a16:creationId xmlns:a16="http://schemas.microsoft.com/office/drawing/2014/main" id="{A4A64A6E-EA7C-DFF0-C280-5041CD8B135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BE5FF856-5043-C428-B45A-4C00BF9D3418}"/>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CFC7AF72-B76A-8AD8-7E70-BDE8837D662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a:extLst>
                <a:ext uri="{FF2B5EF4-FFF2-40B4-BE49-F238E27FC236}">
                  <a16:creationId xmlns:a16="http://schemas.microsoft.com/office/drawing/2014/main" id="{F6C277EF-EDEF-0F79-B4B2-AB1B3E58301A}"/>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A32CD2C6-1D06-729E-1157-B2EAAEA172A4}"/>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A222D7EA-F7CE-B4F5-4D06-02860C5AC39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a:extLst>
                <a:ext uri="{FF2B5EF4-FFF2-40B4-BE49-F238E27FC236}">
                  <a16:creationId xmlns:a16="http://schemas.microsoft.com/office/drawing/2014/main" id="{17F695A3-7B3D-00FE-26D6-E53B473BCF16}"/>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5A8D3527-DD17-232E-3ECB-BDBFC0FF3DE7}"/>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1C3EBC87-5F86-657B-5C0D-7DFFB3C4281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a:extLst>
                <a:ext uri="{FF2B5EF4-FFF2-40B4-BE49-F238E27FC236}">
                  <a16:creationId xmlns:a16="http://schemas.microsoft.com/office/drawing/2014/main" id="{5638183B-03CC-91E5-1C67-EAD126FB6DA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8C4C8B82-0B52-9912-DBAF-71546B2F401E}"/>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371F41C0-C399-6E94-B393-623F6ED78C3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a:extLst>
                <a:ext uri="{FF2B5EF4-FFF2-40B4-BE49-F238E27FC236}">
                  <a16:creationId xmlns:a16="http://schemas.microsoft.com/office/drawing/2014/main" id="{05375A05-CD15-FECF-CF37-72BD8B495C3C}"/>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FFA9D0CA-D989-1DF0-9CD9-7BB1BF37D00D}"/>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6D72D40E-C3C8-1774-56F7-396EA1F54637}"/>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a:extLst>
                <a:ext uri="{FF2B5EF4-FFF2-40B4-BE49-F238E27FC236}">
                  <a16:creationId xmlns:a16="http://schemas.microsoft.com/office/drawing/2014/main" id="{2A94558C-EEEF-6159-C648-7ED1F2545B1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A8A0868D-7450-B2DC-5A6A-A607E39122E3}"/>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227C0AD0-E7DC-50B1-90B8-A6B2DA72DDA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a:extLst>
                <a:ext uri="{FF2B5EF4-FFF2-40B4-BE49-F238E27FC236}">
                  <a16:creationId xmlns:a16="http://schemas.microsoft.com/office/drawing/2014/main" id="{9B60539C-7696-ACA6-9070-BC481578187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90A2A8C1-A254-99B6-B7B0-C5A8A5BB008F}"/>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35" name="Group 35">
            <a:extLst>
              <a:ext uri="{FF2B5EF4-FFF2-40B4-BE49-F238E27FC236}">
                <a16:creationId xmlns:a16="http://schemas.microsoft.com/office/drawing/2014/main" id="{B814A5FC-F17C-8D1A-04C8-1ED6A2AE0E65}"/>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2EC11913-1FC3-79C0-FB94-72486D9673F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a:extLst>
                <a:ext uri="{FF2B5EF4-FFF2-40B4-BE49-F238E27FC236}">
                  <a16:creationId xmlns:a16="http://schemas.microsoft.com/office/drawing/2014/main" id="{6CB89B22-25E1-321C-5A74-15CF8EBC7CA1}"/>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35C6402D-9C63-51C1-99A9-4206C0537740}"/>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9A327FC1-DB1B-8D34-1BF0-B75B0A50C54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15012" y="1623457"/>
            <a:ext cx="6657975" cy="4855629"/>
          </a:xfrm>
          <a:prstGeom prst="rect">
            <a:avLst/>
          </a:prstGeom>
        </p:spPr>
      </p:pic>
      <p:sp>
        <p:nvSpPr>
          <p:cNvPr id="4" name="TextBox 3">
            <a:extLst>
              <a:ext uri="{FF2B5EF4-FFF2-40B4-BE49-F238E27FC236}">
                <a16:creationId xmlns:a16="http://schemas.microsoft.com/office/drawing/2014/main" id="{C90B40F7-4554-7A27-C2B5-20EF1B9D579E}"/>
              </a:ext>
            </a:extLst>
          </p:cNvPr>
          <p:cNvSpPr txBox="1"/>
          <p:nvPr/>
        </p:nvSpPr>
        <p:spPr>
          <a:xfrm>
            <a:off x="3308483" y="7004551"/>
            <a:ext cx="12831459" cy="2600199"/>
          </a:xfrm>
          <a:prstGeom prst="rect">
            <a:avLst/>
          </a:prstGeom>
          <a:noFill/>
        </p:spPr>
        <p:txBody>
          <a:bodyPr wrap="square" rtlCol="0">
            <a:spAutoFit/>
          </a:bodyPr>
          <a:lstStyle/>
          <a:p>
            <a:pPr>
              <a:lnSpc>
                <a:spcPct val="150000"/>
              </a:lnSpc>
            </a:pPr>
            <a:r>
              <a:rPr lang="en-US" sz="2800" dirty="0">
                <a:latin typeface="Times New Roman" panose="02020603050405020304" pitchFamily="18" charset="0"/>
                <a:cs typeface="Times New Roman" panose="02020603050405020304" pitchFamily="18" charset="0"/>
              </a:rPr>
              <a:t>This section displays complete event details such as event name, date, time, venue, price, and ticket availability.</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It helps users understand the event information clearly before proceeding with ticket booking.</a:t>
            </a:r>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981011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B7CF319D-58F2-DF9E-632A-90472F50FA3A}"/>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ADE101F0-A2BF-16E8-7BEC-541911EA9510}"/>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C43B1E5B-104E-DCD5-F042-8DABFE8225A3}"/>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a:extLst>
                <a:ext uri="{FF2B5EF4-FFF2-40B4-BE49-F238E27FC236}">
                  <a16:creationId xmlns:a16="http://schemas.microsoft.com/office/drawing/2014/main" id="{846A8601-B4CB-7C78-2833-947EEC356CD7}"/>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8(A)</a:t>
              </a:r>
            </a:p>
          </p:txBody>
        </p:sp>
      </p:grpSp>
      <p:grpSp>
        <p:nvGrpSpPr>
          <p:cNvPr id="10" name="Group 10">
            <a:extLst>
              <a:ext uri="{FF2B5EF4-FFF2-40B4-BE49-F238E27FC236}">
                <a16:creationId xmlns:a16="http://schemas.microsoft.com/office/drawing/2014/main" id="{1C63788E-DB35-987D-1A89-4C3F169DF70E}"/>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676646B6-C6D6-F677-3CA9-56BE5CE444AA}"/>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a:extLst>
                <a:ext uri="{FF2B5EF4-FFF2-40B4-BE49-F238E27FC236}">
                  <a16:creationId xmlns:a16="http://schemas.microsoft.com/office/drawing/2014/main" id="{3CDDAA79-D530-F622-0CC8-ECE3E95F952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8227745F-FD1B-7135-E88E-D6B924C5CB24}"/>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79292FA3-A80E-1540-0024-754AADCDB01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a:extLst>
                <a:ext uri="{FF2B5EF4-FFF2-40B4-BE49-F238E27FC236}">
                  <a16:creationId xmlns:a16="http://schemas.microsoft.com/office/drawing/2014/main" id="{5A8C7117-591A-F089-5F54-0229077FDEA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29278237-7990-A997-2285-EB2F5BB4EF44}"/>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F37C1434-DB0E-53EF-4140-56A0F3CD6EAB}"/>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a:extLst>
                <a:ext uri="{FF2B5EF4-FFF2-40B4-BE49-F238E27FC236}">
                  <a16:creationId xmlns:a16="http://schemas.microsoft.com/office/drawing/2014/main" id="{4FC388C1-59EC-CA17-BA41-9AF3AAD42D8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90F65A21-E49B-9858-6EAD-EBC3142E6239}"/>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EFDE14F0-9F59-E35F-B5B7-45C77C56354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a:extLst>
                <a:ext uri="{FF2B5EF4-FFF2-40B4-BE49-F238E27FC236}">
                  <a16:creationId xmlns:a16="http://schemas.microsoft.com/office/drawing/2014/main" id="{E1181869-B448-2B7A-67F5-160B09C76D9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8B27AB66-420C-E7D0-5891-910B564CA2C2}"/>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F0605CE2-624E-D2DA-6357-65C5FA138C6C}"/>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a:extLst>
                <a:ext uri="{FF2B5EF4-FFF2-40B4-BE49-F238E27FC236}">
                  <a16:creationId xmlns:a16="http://schemas.microsoft.com/office/drawing/2014/main" id="{DA9B1286-A8A4-091B-5AF9-F0B275F703E9}"/>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127DF020-AEA7-8D57-9411-90D58D65D05B}"/>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00BA2729-D580-CF8D-87CD-EE786F2E40E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a:extLst>
                <a:ext uri="{FF2B5EF4-FFF2-40B4-BE49-F238E27FC236}">
                  <a16:creationId xmlns:a16="http://schemas.microsoft.com/office/drawing/2014/main" id="{F0B6F8BA-7047-AE2A-DB03-E6846F9FAEA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B5DE7324-71F9-1D79-AB1E-F97481653389}"/>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E780ED4E-44DF-E344-CCEA-834D1374F6A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a:extLst>
                <a:ext uri="{FF2B5EF4-FFF2-40B4-BE49-F238E27FC236}">
                  <a16:creationId xmlns:a16="http://schemas.microsoft.com/office/drawing/2014/main" id="{AC7D9CD8-E54E-AD67-D59B-5D4A37A1B41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E3560347-DE50-10F7-9905-7228E593D280}"/>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1B9E463A-B010-8D72-6350-7242CB0AAF56}"/>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a:extLst>
                <a:ext uri="{FF2B5EF4-FFF2-40B4-BE49-F238E27FC236}">
                  <a16:creationId xmlns:a16="http://schemas.microsoft.com/office/drawing/2014/main" id="{C15BE220-858E-1446-5B56-D3329A06A997}"/>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98F156A3-70B1-1344-389E-4B3C64CA921F}"/>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35" name="Group 35">
            <a:extLst>
              <a:ext uri="{FF2B5EF4-FFF2-40B4-BE49-F238E27FC236}">
                <a16:creationId xmlns:a16="http://schemas.microsoft.com/office/drawing/2014/main" id="{A36A5C58-00A3-2FE9-36E4-D92AAF44A0F5}"/>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BADF0EED-F663-F70E-9BB3-C0F576114D0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a:extLst>
                <a:ext uri="{FF2B5EF4-FFF2-40B4-BE49-F238E27FC236}">
                  <a16:creationId xmlns:a16="http://schemas.microsoft.com/office/drawing/2014/main" id="{54542349-F329-7DA6-DBD4-7EFA939B9892}"/>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B6CAD810-8433-9B89-E144-29986E25063F}"/>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113C23BA-0178-ACF6-C7C8-97D766414F9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30071" y="1870182"/>
            <a:ext cx="5286375" cy="3673554"/>
          </a:xfrm>
          <a:prstGeom prst="rect">
            <a:avLst/>
          </a:prstGeom>
        </p:spPr>
      </p:pic>
      <p:sp>
        <p:nvSpPr>
          <p:cNvPr id="4" name="TextBox 3">
            <a:extLst>
              <a:ext uri="{FF2B5EF4-FFF2-40B4-BE49-F238E27FC236}">
                <a16:creationId xmlns:a16="http://schemas.microsoft.com/office/drawing/2014/main" id="{C660BCBA-FD88-D5FF-50D0-725195C693B1}"/>
              </a:ext>
            </a:extLst>
          </p:cNvPr>
          <p:cNvSpPr txBox="1"/>
          <p:nvPr/>
        </p:nvSpPr>
        <p:spPr>
          <a:xfrm>
            <a:off x="2735332" y="6704870"/>
            <a:ext cx="14935200" cy="1307537"/>
          </a:xfrm>
          <a:prstGeom prst="rect">
            <a:avLst/>
          </a:prstGeom>
          <a:noFill/>
        </p:spPr>
        <p:txBody>
          <a:bodyPr wrap="square" rtlCol="0">
            <a:spAutoFit/>
          </a:bodyPr>
          <a:lstStyle/>
          <a:p>
            <a:pPr algn="just">
              <a:lnSpc>
                <a:spcPct val="150000"/>
              </a:lnSpc>
            </a:pPr>
            <a:r>
              <a:rPr lang="en-US" sz="2800" dirty="0">
                <a:latin typeface="Times New Roman" panose="02020603050405020304" pitchFamily="18" charset="0"/>
                <a:cs typeface="Times New Roman" panose="02020603050405020304" pitchFamily="18" charset="0"/>
              </a:rPr>
              <a:t>This section allows users to enter their booking details such as name, email, and number of tickets.</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It collects and validates user input before proceeding to seat selection and booking.</a:t>
            </a:r>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811873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C0F4F051-5473-4E78-FEB2-59A87A5FBB9B}"/>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66BE183E-F015-FFD4-5C84-C25B4DCE490A}"/>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3AEC1772-D597-ACC7-7EF1-FF0460F37AA7}"/>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a:extLst>
                <a:ext uri="{FF2B5EF4-FFF2-40B4-BE49-F238E27FC236}">
                  <a16:creationId xmlns:a16="http://schemas.microsoft.com/office/drawing/2014/main" id="{46839344-8B05-5C56-F0B1-64E24F458991}"/>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8(B)</a:t>
              </a:r>
            </a:p>
          </p:txBody>
        </p:sp>
      </p:grpSp>
      <p:grpSp>
        <p:nvGrpSpPr>
          <p:cNvPr id="10" name="Group 10">
            <a:extLst>
              <a:ext uri="{FF2B5EF4-FFF2-40B4-BE49-F238E27FC236}">
                <a16:creationId xmlns:a16="http://schemas.microsoft.com/office/drawing/2014/main" id="{23B54700-9ABF-8EDD-8B21-24A9248C534D}"/>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B99246F8-F6B5-2F2E-2FB4-FAE1DD41DCC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a:extLst>
                <a:ext uri="{FF2B5EF4-FFF2-40B4-BE49-F238E27FC236}">
                  <a16:creationId xmlns:a16="http://schemas.microsoft.com/office/drawing/2014/main" id="{B7CDDD7B-8A9B-223F-951A-473D0C9404F3}"/>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B3E1A8FC-D0F1-BD05-9C14-C10EAE95E57E}"/>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CEB5FB4E-3BF3-BC6A-6692-FE375141E45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a:extLst>
                <a:ext uri="{FF2B5EF4-FFF2-40B4-BE49-F238E27FC236}">
                  <a16:creationId xmlns:a16="http://schemas.microsoft.com/office/drawing/2014/main" id="{38F8F103-F0A5-8F95-A139-8DBEBEF19C2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8C558648-2D59-16EB-3098-EAF5DE978B1F}"/>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B168779D-5467-4E78-AD1E-36B5A75A347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a:extLst>
                <a:ext uri="{FF2B5EF4-FFF2-40B4-BE49-F238E27FC236}">
                  <a16:creationId xmlns:a16="http://schemas.microsoft.com/office/drawing/2014/main" id="{8AFC0BB4-20A4-849D-A1E4-FA90A8DDCC7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700D33AC-D53D-0E96-8752-E5DA06AE57A5}"/>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14DABAFB-38B3-CE49-B21D-A496D7EC2A6E}"/>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a:extLst>
                <a:ext uri="{FF2B5EF4-FFF2-40B4-BE49-F238E27FC236}">
                  <a16:creationId xmlns:a16="http://schemas.microsoft.com/office/drawing/2014/main" id="{BE27A610-3BC0-BFBC-2A61-4C157B024EF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6C0E28B4-531C-D2E1-F3C9-B5A98A28B69D}"/>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6C193347-3923-7F1F-A580-A7462B158EC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a:extLst>
                <a:ext uri="{FF2B5EF4-FFF2-40B4-BE49-F238E27FC236}">
                  <a16:creationId xmlns:a16="http://schemas.microsoft.com/office/drawing/2014/main" id="{C5DDC20D-7BD0-E255-26F1-86A88AF67CF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9DBB21A1-CAFF-686E-D181-980219283F79}"/>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5531A9C5-B561-53EA-BF9A-3BE6A607C1BF}"/>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a:extLst>
                <a:ext uri="{FF2B5EF4-FFF2-40B4-BE49-F238E27FC236}">
                  <a16:creationId xmlns:a16="http://schemas.microsoft.com/office/drawing/2014/main" id="{D8870C21-3327-4D63-FD34-36BC4799675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4D7C3EBE-FA20-7E4C-13DD-84F1A98618F6}"/>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C1E3AE62-1B2B-FE1E-010C-A26C4F613A6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a:extLst>
                <a:ext uri="{FF2B5EF4-FFF2-40B4-BE49-F238E27FC236}">
                  <a16:creationId xmlns:a16="http://schemas.microsoft.com/office/drawing/2014/main" id="{CDA04BD5-C99C-980C-6593-EDEA378D6C3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E77207A6-9552-432B-0793-EB6A88EE3C10}"/>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27447A1E-BA0C-26C0-C743-E590A55A653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a:extLst>
                <a:ext uri="{FF2B5EF4-FFF2-40B4-BE49-F238E27FC236}">
                  <a16:creationId xmlns:a16="http://schemas.microsoft.com/office/drawing/2014/main" id="{8D425BCC-6A0F-30CB-18E7-D1E21E871D9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35F87FC1-4854-F9D4-8104-40945AD6A772}"/>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35" name="Group 35">
            <a:extLst>
              <a:ext uri="{FF2B5EF4-FFF2-40B4-BE49-F238E27FC236}">
                <a16:creationId xmlns:a16="http://schemas.microsoft.com/office/drawing/2014/main" id="{C7CF20EF-980A-2D88-E968-DCB5B8BC6CF8}"/>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A7A686B7-4E4C-A5FA-60CD-A6EFF9DEAD82}"/>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a:extLst>
                <a:ext uri="{FF2B5EF4-FFF2-40B4-BE49-F238E27FC236}">
                  <a16:creationId xmlns:a16="http://schemas.microsoft.com/office/drawing/2014/main" id="{3ECD8D52-6368-578C-BEB2-0B1BA37FD45D}"/>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638323CF-7DCB-075F-B739-0F88472F060D}"/>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6C0EA81E-D408-1A06-6895-1BF3CA09E497}"/>
              </a:ext>
            </a:extLst>
          </p:cNvPr>
          <p:cNvSpPr txBox="1"/>
          <p:nvPr/>
        </p:nvSpPr>
        <p:spPr>
          <a:xfrm>
            <a:off x="2209800" y="1683008"/>
            <a:ext cx="15082325" cy="4832092"/>
          </a:xfrm>
          <a:prstGeom prst="rect">
            <a:avLst/>
          </a:prstGeom>
          <a:noFill/>
        </p:spPr>
        <p:txBody>
          <a:bodyPr wrap="square" rtlCol="0">
            <a:spAutoFit/>
          </a:bodyPr>
          <a:lstStyle/>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3" name="Picture 2">
            <a:extLst>
              <a:ext uri="{FF2B5EF4-FFF2-40B4-BE49-F238E27FC236}">
                <a16:creationId xmlns:a16="http://schemas.microsoft.com/office/drawing/2014/main" id="{75A566C8-406D-BDF3-C94A-12B454CA76C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38801" y="2015465"/>
            <a:ext cx="6380924" cy="4405388"/>
          </a:xfrm>
          <a:prstGeom prst="rect">
            <a:avLst/>
          </a:prstGeom>
        </p:spPr>
      </p:pic>
      <p:sp>
        <p:nvSpPr>
          <p:cNvPr id="4" name="TextBox 3">
            <a:extLst>
              <a:ext uri="{FF2B5EF4-FFF2-40B4-BE49-F238E27FC236}">
                <a16:creationId xmlns:a16="http://schemas.microsoft.com/office/drawing/2014/main" id="{8390A9B9-51DE-457A-FF8E-C7A8E28D4615}"/>
              </a:ext>
            </a:extLst>
          </p:cNvPr>
          <p:cNvSpPr txBox="1"/>
          <p:nvPr/>
        </p:nvSpPr>
        <p:spPr>
          <a:xfrm>
            <a:off x="4114800" y="7115234"/>
            <a:ext cx="12025143" cy="3246530"/>
          </a:xfrm>
          <a:prstGeom prst="rect">
            <a:avLst/>
          </a:prstGeom>
          <a:noFill/>
        </p:spPr>
        <p:txBody>
          <a:bodyPr wrap="square" rtlCol="0">
            <a:spAutoFit/>
          </a:bodyPr>
          <a:lstStyle/>
          <a:p>
            <a:pPr>
              <a:lnSpc>
                <a:spcPct val="150000"/>
              </a:lnSpc>
            </a:pPr>
            <a:r>
              <a:rPr lang="en-US" sz="2800" dirty="0">
                <a:latin typeface="Times New Roman" panose="02020603050405020304" pitchFamily="18" charset="0"/>
                <a:cs typeface="Times New Roman" panose="02020603050405020304" pitchFamily="18" charset="0"/>
              </a:rPr>
              <a:t>This section displays a seat layout where users can select their preferred seats for booking.</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Selected seats are highlighted, ensuring users choose the correct number of seats before confirming the booking.</a:t>
            </a:r>
          </a:p>
          <a:p>
            <a:pPr>
              <a:lnSpc>
                <a:spcPct val="150000"/>
              </a:lnSpc>
            </a:pPr>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75448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0152AA6E-1A8C-A42D-344E-C811AB58A618}"/>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EB7F1E1F-336A-607D-2868-6C57FF54EB44}"/>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63528BA9-EE0E-A6F8-4A8C-6DFC964B206C}"/>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a:extLst>
                <a:ext uri="{FF2B5EF4-FFF2-40B4-BE49-F238E27FC236}">
                  <a16:creationId xmlns:a16="http://schemas.microsoft.com/office/drawing/2014/main" id="{6E25C449-B344-E643-12F7-C89DEE4255EA}"/>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8(C)</a:t>
              </a:r>
            </a:p>
          </p:txBody>
        </p:sp>
      </p:grpSp>
      <p:grpSp>
        <p:nvGrpSpPr>
          <p:cNvPr id="10" name="Group 10">
            <a:extLst>
              <a:ext uri="{FF2B5EF4-FFF2-40B4-BE49-F238E27FC236}">
                <a16:creationId xmlns:a16="http://schemas.microsoft.com/office/drawing/2014/main" id="{4C22D2BC-F5CA-423B-6FD6-94172693045D}"/>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F6670B32-1168-757A-3D40-FDD55687DCF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a:extLst>
                <a:ext uri="{FF2B5EF4-FFF2-40B4-BE49-F238E27FC236}">
                  <a16:creationId xmlns:a16="http://schemas.microsoft.com/office/drawing/2014/main" id="{0D3BB7FD-57C6-C09A-D875-135D505A8E14}"/>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067A86AC-A2D1-3F33-5857-9F69983F71BB}"/>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D9EADC3C-D136-0700-9300-4D8E867EC53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a:extLst>
                <a:ext uri="{FF2B5EF4-FFF2-40B4-BE49-F238E27FC236}">
                  <a16:creationId xmlns:a16="http://schemas.microsoft.com/office/drawing/2014/main" id="{A8EAD5F3-3FC4-819A-6ECD-0BC55C92A2B3}"/>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1671F77B-B3A5-F8B6-AC67-6EF88CA95877}"/>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1303025A-EF3E-710E-2DBD-D89F29B8499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a:extLst>
                <a:ext uri="{FF2B5EF4-FFF2-40B4-BE49-F238E27FC236}">
                  <a16:creationId xmlns:a16="http://schemas.microsoft.com/office/drawing/2014/main" id="{76E7D281-CC96-92C2-C2F7-583674F0609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E0D02FED-C5F4-9CC7-F1F5-E75E542840A9}"/>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384D1E33-434F-2FA0-56CC-F24058D8639C}"/>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a:extLst>
                <a:ext uri="{FF2B5EF4-FFF2-40B4-BE49-F238E27FC236}">
                  <a16:creationId xmlns:a16="http://schemas.microsoft.com/office/drawing/2014/main" id="{F2FC0DCA-FB2A-610C-A8DB-76CE251A57D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4CA1DB61-05A2-042F-9815-00DBC40D0556}"/>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67E4E958-360B-28EF-052B-EDDBDD5F40F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a:extLst>
                <a:ext uri="{FF2B5EF4-FFF2-40B4-BE49-F238E27FC236}">
                  <a16:creationId xmlns:a16="http://schemas.microsoft.com/office/drawing/2014/main" id="{BEDBF5CC-2720-E821-001C-11BCB7273E26}"/>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6B96629A-6996-B0D7-13D6-0FA011422666}"/>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912F1ED8-E3AD-E90A-10CE-D50A8F7D91A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a:extLst>
                <a:ext uri="{FF2B5EF4-FFF2-40B4-BE49-F238E27FC236}">
                  <a16:creationId xmlns:a16="http://schemas.microsoft.com/office/drawing/2014/main" id="{00E45F23-6E8F-F601-2EB3-537A898E7044}"/>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A40D6715-3580-0B1B-2305-C7ED6083AE85}"/>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11A59530-4B7F-6C6B-290E-578EA30200D0}"/>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a:extLst>
                <a:ext uri="{FF2B5EF4-FFF2-40B4-BE49-F238E27FC236}">
                  <a16:creationId xmlns:a16="http://schemas.microsoft.com/office/drawing/2014/main" id="{9BDCE736-251A-5B70-853E-A0A9A174F36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8249BDCF-E07B-269B-D039-A4360C0FE2B4}"/>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6F6B04FD-3FAC-90A2-4C1A-D809D058C0A9}"/>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a:extLst>
                <a:ext uri="{FF2B5EF4-FFF2-40B4-BE49-F238E27FC236}">
                  <a16:creationId xmlns:a16="http://schemas.microsoft.com/office/drawing/2014/main" id="{BEE5C092-697C-26F6-D6E0-477F151E7CAE}"/>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FF80FEAE-01A3-1956-FB30-BED14CA86273}"/>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35" name="Group 35">
            <a:extLst>
              <a:ext uri="{FF2B5EF4-FFF2-40B4-BE49-F238E27FC236}">
                <a16:creationId xmlns:a16="http://schemas.microsoft.com/office/drawing/2014/main" id="{2E8D2AB5-8B00-D9B4-469D-07CAE4ECF9C8}"/>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F9F17E25-114F-438B-701A-7788D333F33D}"/>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a:extLst>
                <a:ext uri="{FF2B5EF4-FFF2-40B4-BE49-F238E27FC236}">
                  <a16:creationId xmlns:a16="http://schemas.microsoft.com/office/drawing/2014/main" id="{1C4B6667-B2EE-BA32-402F-04368D88D5C4}"/>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9B953180-DB27-F046-86E3-E3508247B406}"/>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341A1FDE-E3AB-682A-64B7-DA145F23EB91}"/>
              </a:ext>
            </a:extLst>
          </p:cNvPr>
          <p:cNvSpPr txBox="1"/>
          <p:nvPr/>
        </p:nvSpPr>
        <p:spPr>
          <a:xfrm>
            <a:off x="2330497" y="1695376"/>
            <a:ext cx="5213303" cy="5262979"/>
          </a:xfrm>
          <a:prstGeom prst="rect">
            <a:avLst/>
          </a:prstGeom>
          <a:noFill/>
        </p:spPr>
        <p:txBody>
          <a:bodyPr wrap="square" rtlCol="0">
            <a:spAutoFit/>
          </a:bodyPr>
          <a:lstStyle/>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3" name="Picture 2">
            <a:extLst>
              <a:ext uri="{FF2B5EF4-FFF2-40B4-BE49-F238E27FC236}">
                <a16:creationId xmlns:a16="http://schemas.microsoft.com/office/drawing/2014/main" id="{FAF7376F-03E6-24B2-B277-087FE4D02DF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28083" y="2015465"/>
            <a:ext cx="6180561" cy="3970799"/>
          </a:xfrm>
          <a:prstGeom prst="rect">
            <a:avLst/>
          </a:prstGeom>
          <a:ln>
            <a:noFill/>
          </a:ln>
          <a:effectLst>
            <a:outerShdw blurRad="292100" dist="139700" dir="2700000" algn="tl" rotWithShape="0">
              <a:srgbClr val="333333">
                <a:alpha val="65000"/>
              </a:srgbClr>
            </a:outerShdw>
          </a:effectLst>
        </p:spPr>
      </p:pic>
      <p:pic>
        <p:nvPicPr>
          <p:cNvPr id="5" name="Picture 4">
            <a:extLst>
              <a:ext uri="{FF2B5EF4-FFF2-40B4-BE49-F238E27FC236}">
                <a16:creationId xmlns:a16="http://schemas.microsoft.com/office/drawing/2014/main" id="{249A3A57-B54B-54DE-52FF-8E236998BDC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489172" y="1969825"/>
            <a:ext cx="4650772" cy="4122828"/>
          </a:xfrm>
          <a:prstGeom prst="rect">
            <a:avLst/>
          </a:prstGeom>
        </p:spPr>
      </p:pic>
      <p:sp>
        <p:nvSpPr>
          <p:cNvPr id="6" name="TextBox 5">
            <a:extLst>
              <a:ext uri="{FF2B5EF4-FFF2-40B4-BE49-F238E27FC236}">
                <a16:creationId xmlns:a16="http://schemas.microsoft.com/office/drawing/2014/main" id="{24683952-E107-942D-8E2E-D87D8E9CCDD7}"/>
              </a:ext>
            </a:extLst>
          </p:cNvPr>
          <p:cNvSpPr txBox="1"/>
          <p:nvPr/>
        </p:nvSpPr>
        <p:spPr>
          <a:xfrm>
            <a:off x="2665733" y="6556881"/>
            <a:ext cx="13722620" cy="3246530"/>
          </a:xfrm>
          <a:prstGeom prst="rect">
            <a:avLst/>
          </a:prstGeom>
          <a:noFill/>
        </p:spPr>
        <p:txBody>
          <a:bodyPr wrap="square" rtlCol="0">
            <a:spAutoFit/>
          </a:bodyPr>
          <a:lstStyle/>
          <a:p>
            <a:pPr>
              <a:lnSpc>
                <a:spcPct val="150000"/>
              </a:lnSpc>
            </a:pPr>
            <a:r>
              <a:rPr lang="en-US" sz="2800" dirty="0">
                <a:latin typeface="Times New Roman" panose="02020603050405020304" pitchFamily="18" charset="0"/>
                <a:cs typeface="Times New Roman" panose="02020603050405020304" pitchFamily="18" charset="0"/>
              </a:rPr>
              <a:t>This section displays the ticket confirmation details after a successful booking, including user name, email, number of tickets, and selected seats.</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It confirms that the booking process is completed successfully and provides a clear summary for the user.</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Additionally, it allows users to download the ticket and receive confirmation via email.</a:t>
            </a:r>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48899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93EBAB55-7601-3C41-6F10-EE0F67F7766F}"/>
            </a:ext>
          </a:extLst>
        </p:cNvPr>
        <p:cNvGrpSpPr/>
        <p:nvPr/>
      </p:nvGrpSpPr>
      <p:grpSpPr>
        <a:xfrm>
          <a:off x="0" y="0"/>
          <a:ext cx="0" cy="0"/>
          <a:chOff x="0" y="0"/>
          <a:chExt cx="0" cy="0"/>
        </a:xfrm>
      </p:grpSpPr>
      <p:grpSp>
        <p:nvGrpSpPr>
          <p:cNvPr id="5" name="Group 5">
            <a:extLst>
              <a:ext uri="{FF2B5EF4-FFF2-40B4-BE49-F238E27FC236}">
                <a16:creationId xmlns:a16="http://schemas.microsoft.com/office/drawing/2014/main" id="{B9E2C662-B058-485B-BFC3-199F93F6D154}"/>
              </a:ext>
            </a:extLst>
          </p:cNvPr>
          <p:cNvGrpSpPr/>
          <p:nvPr/>
        </p:nvGrpSpPr>
        <p:grpSpPr>
          <a:xfrm>
            <a:off x="735588" y="7321525"/>
            <a:ext cx="992463" cy="992463"/>
            <a:chOff x="0" y="0"/>
            <a:chExt cx="812800" cy="812800"/>
          </a:xfrm>
        </p:grpSpPr>
        <p:sp>
          <p:nvSpPr>
            <p:cNvPr id="6" name="Freeform 6">
              <a:extLst>
                <a:ext uri="{FF2B5EF4-FFF2-40B4-BE49-F238E27FC236}">
                  <a16:creationId xmlns:a16="http://schemas.microsoft.com/office/drawing/2014/main" id="{F125CA7A-BCD4-5B7F-7069-AE7F5BD10A9F}"/>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7" name="TextBox 7">
              <a:extLst>
                <a:ext uri="{FF2B5EF4-FFF2-40B4-BE49-F238E27FC236}">
                  <a16:creationId xmlns:a16="http://schemas.microsoft.com/office/drawing/2014/main" id="{07E08158-57E2-530C-A7FD-5AF72088CFEA}"/>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9</a:t>
              </a:r>
            </a:p>
          </p:txBody>
        </p:sp>
      </p:grpSp>
      <p:grpSp>
        <p:nvGrpSpPr>
          <p:cNvPr id="8" name="Group 8">
            <a:extLst>
              <a:ext uri="{FF2B5EF4-FFF2-40B4-BE49-F238E27FC236}">
                <a16:creationId xmlns:a16="http://schemas.microsoft.com/office/drawing/2014/main" id="{CB09EB64-B1EE-DA7A-E7DC-97163FE53167}"/>
              </a:ext>
            </a:extLst>
          </p:cNvPr>
          <p:cNvGrpSpPr/>
          <p:nvPr/>
        </p:nvGrpSpPr>
        <p:grpSpPr>
          <a:xfrm>
            <a:off x="977741" y="3315742"/>
            <a:ext cx="508158" cy="543805"/>
            <a:chOff x="0" y="0"/>
            <a:chExt cx="812800" cy="869819"/>
          </a:xfrm>
        </p:grpSpPr>
        <p:sp>
          <p:nvSpPr>
            <p:cNvPr id="9" name="Freeform 9">
              <a:extLst>
                <a:ext uri="{FF2B5EF4-FFF2-40B4-BE49-F238E27FC236}">
                  <a16:creationId xmlns:a16="http://schemas.microsoft.com/office/drawing/2014/main" id="{4B04A57D-53E9-134E-70C7-51485932A21F}"/>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 name="TextBox 10">
              <a:extLst>
                <a:ext uri="{FF2B5EF4-FFF2-40B4-BE49-F238E27FC236}">
                  <a16:creationId xmlns:a16="http://schemas.microsoft.com/office/drawing/2014/main" id="{AC0A25AD-0459-BAEA-2E7B-0D9279AE1BC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1" name="Group 11">
            <a:extLst>
              <a:ext uri="{FF2B5EF4-FFF2-40B4-BE49-F238E27FC236}">
                <a16:creationId xmlns:a16="http://schemas.microsoft.com/office/drawing/2014/main" id="{E0EBC171-BEE8-2D5E-8755-EE50B2570259}"/>
              </a:ext>
            </a:extLst>
          </p:cNvPr>
          <p:cNvGrpSpPr/>
          <p:nvPr/>
        </p:nvGrpSpPr>
        <p:grpSpPr>
          <a:xfrm>
            <a:off x="977741" y="1982349"/>
            <a:ext cx="508158" cy="543805"/>
            <a:chOff x="0" y="0"/>
            <a:chExt cx="812800" cy="869819"/>
          </a:xfrm>
        </p:grpSpPr>
        <p:sp>
          <p:nvSpPr>
            <p:cNvPr id="12" name="Freeform 12">
              <a:extLst>
                <a:ext uri="{FF2B5EF4-FFF2-40B4-BE49-F238E27FC236}">
                  <a16:creationId xmlns:a16="http://schemas.microsoft.com/office/drawing/2014/main" id="{E4000A93-AB8F-B573-E218-7434988FD58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3" name="TextBox 13">
              <a:extLst>
                <a:ext uri="{FF2B5EF4-FFF2-40B4-BE49-F238E27FC236}">
                  <a16:creationId xmlns:a16="http://schemas.microsoft.com/office/drawing/2014/main" id="{1228826C-BC2E-0DA0-107F-341F9D1A494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4" name="Group 14">
            <a:extLst>
              <a:ext uri="{FF2B5EF4-FFF2-40B4-BE49-F238E27FC236}">
                <a16:creationId xmlns:a16="http://schemas.microsoft.com/office/drawing/2014/main" id="{7FD594E4-E181-FD3B-1C72-DE2D718C274A}"/>
              </a:ext>
            </a:extLst>
          </p:cNvPr>
          <p:cNvGrpSpPr/>
          <p:nvPr/>
        </p:nvGrpSpPr>
        <p:grpSpPr>
          <a:xfrm>
            <a:off x="977741" y="3983373"/>
            <a:ext cx="508158" cy="543805"/>
            <a:chOff x="0" y="0"/>
            <a:chExt cx="812800" cy="869819"/>
          </a:xfrm>
        </p:grpSpPr>
        <p:sp>
          <p:nvSpPr>
            <p:cNvPr id="15" name="Freeform 15">
              <a:extLst>
                <a:ext uri="{FF2B5EF4-FFF2-40B4-BE49-F238E27FC236}">
                  <a16:creationId xmlns:a16="http://schemas.microsoft.com/office/drawing/2014/main" id="{C16DA90C-521A-EFE9-8EE9-CB3967A5095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6" name="TextBox 16">
              <a:extLst>
                <a:ext uri="{FF2B5EF4-FFF2-40B4-BE49-F238E27FC236}">
                  <a16:creationId xmlns:a16="http://schemas.microsoft.com/office/drawing/2014/main" id="{5A678428-7466-DB88-0126-41232DE4A0D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a:extLst>
              <a:ext uri="{FF2B5EF4-FFF2-40B4-BE49-F238E27FC236}">
                <a16:creationId xmlns:a16="http://schemas.microsoft.com/office/drawing/2014/main" id="{91D279A8-BDAA-B12E-DD4B-9978E9D5005C}"/>
              </a:ext>
            </a:extLst>
          </p:cNvPr>
          <p:cNvGrpSpPr/>
          <p:nvPr/>
        </p:nvGrpSpPr>
        <p:grpSpPr>
          <a:xfrm>
            <a:off x="977741" y="2648112"/>
            <a:ext cx="508158" cy="543805"/>
            <a:chOff x="0" y="0"/>
            <a:chExt cx="812800" cy="869819"/>
          </a:xfrm>
        </p:grpSpPr>
        <p:sp>
          <p:nvSpPr>
            <p:cNvPr id="18" name="Freeform 18">
              <a:extLst>
                <a:ext uri="{FF2B5EF4-FFF2-40B4-BE49-F238E27FC236}">
                  <a16:creationId xmlns:a16="http://schemas.microsoft.com/office/drawing/2014/main" id="{308F1BB3-7F58-DE0C-71F1-9782E090619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a:extLst>
                <a:ext uri="{FF2B5EF4-FFF2-40B4-BE49-F238E27FC236}">
                  <a16:creationId xmlns:a16="http://schemas.microsoft.com/office/drawing/2014/main" id="{35F43F9B-B904-0414-7AA7-1E7959C4C9E9}"/>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0" name="Group 20">
            <a:extLst>
              <a:ext uri="{FF2B5EF4-FFF2-40B4-BE49-F238E27FC236}">
                <a16:creationId xmlns:a16="http://schemas.microsoft.com/office/drawing/2014/main" id="{311E9EBB-A9CE-A64F-FF44-F82C0D52AC32}"/>
              </a:ext>
            </a:extLst>
          </p:cNvPr>
          <p:cNvGrpSpPr/>
          <p:nvPr/>
        </p:nvGrpSpPr>
        <p:grpSpPr>
          <a:xfrm>
            <a:off x="977741" y="5318634"/>
            <a:ext cx="508158" cy="543805"/>
            <a:chOff x="0" y="0"/>
            <a:chExt cx="812800" cy="869819"/>
          </a:xfrm>
        </p:grpSpPr>
        <p:sp>
          <p:nvSpPr>
            <p:cNvPr id="21" name="Freeform 21">
              <a:extLst>
                <a:ext uri="{FF2B5EF4-FFF2-40B4-BE49-F238E27FC236}">
                  <a16:creationId xmlns:a16="http://schemas.microsoft.com/office/drawing/2014/main" id="{DED3A9EA-E50F-553B-EDAA-87F95FD22807}"/>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a:extLst>
                <a:ext uri="{FF2B5EF4-FFF2-40B4-BE49-F238E27FC236}">
                  <a16:creationId xmlns:a16="http://schemas.microsoft.com/office/drawing/2014/main" id="{7E9C7CEA-D993-4107-0776-54AC90E2062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3" name="Group 23">
            <a:extLst>
              <a:ext uri="{FF2B5EF4-FFF2-40B4-BE49-F238E27FC236}">
                <a16:creationId xmlns:a16="http://schemas.microsoft.com/office/drawing/2014/main" id="{7B397A27-1CC9-9661-DA24-10B3E1042399}"/>
              </a:ext>
            </a:extLst>
          </p:cNvPr>
          <p:cNvGrpSpPr/>
          <p:nvPr/>
        </p:nvGrpSpPr>
        <p:grpSpPr>
          <a:xfrm>
            <a:off x="977741" y="4651003"/>
            <a:ext cx="508158" cy="543805"/>
            <a:chOff x="0" y="0"/>
            <a:chExt cx="812800" cy="869819"/>
          </a:xfrm>
        </p:grpSpPr>
        <p:sp>
          <p:nvSpPr>
            <p:cNvPr id="24" name="Freeform 24">
              <a:extLst>
                <a:ext uri="{FF2B5EF4-FFF2-40B4-BE49-F238E27FC236}">
                  <a16:creationId xmlns:a16="http://schemas.microsoft.com/office/drawing/2014/main" id="{2A8CD899-9C63-11A3-805F-4CA0E12C7CB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a:extLst>
                <a:ext uri="{FF2B5EF4-FFF2-40B4-BE49-F238E27FC236}">
                  <a16:creationId xmlns:a16="http://schemas.microsoft.com/office/drawing/2014/main" id="{1976C224-9A36-532E-5E8B-B738C9FBC3FF}"/>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6" name="Group 26">
            <a:extLst>
              <a:ext uri="{FF2B5EF4-FFF2-40B4-BE49-F238E27FC236}">
                <a16:creationId xmlns:a16="http://schemas.microsoft.com/office/drawing/2014/main" id="{E8CFE39F-6666-6E69-8980-5B55F6D56478}"/>
              </a:ext>
            </a:extLst>
          </p:cNvPr>
          <p:cNvGrpSpPr/>
          <p:nvPr/>
        </p:nvGrpSpPr>
        <p:grpSpPr>
          <a:xfrm>
            <a:off x="977741" y="5986264"/>
            <a:ext cx="508158" cy="543805"/>
            <a:chOff x="0" y="0"/>
            <a:chExt cx="812800" cy="869819"/>
          </a:xfrm>
        </p:grpSpPr>
        <p:sp>
          <p:nvSpPr>
            <p:cNvPr id="27" name="Freeform 27">
              <a:extLst>
                <a:ext uri="{FF2B5EF4-FFF2-40B4-BE49-F238E27FC236}">
                  <a16:creationId xmlns:a16="http://schemas.microsoft.com/office/drawing/2014/main" id="{F859737D-AFDF-BDFC-6651-3B954F2DD46E}"/>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a:extLst>
                <a:ext uri="{FF2B5EF4-FFF2-40B4-BE49-F238E27FC236}">
                  <a16:creationId xmlns:a16="http://schemas.microsoft.com/office/drawing/2014/main" id="{B7B59B44-AD68-1549-9F86-A09D82459B5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9" name="Group 29">
            <a:extLst>
              <a:ext uri="{FF2B5EF4-FFF2-40B4-BE49-F238E27FC236}">
                <a16:creationId xmlns:a16="http://schemas.microsoft.com/office/drawing/2014/main" id="{3FACABC2-D51C-1EF5-0D1B-34B410283F2E}"/>
              </a:ext>
            </a:extLst>
          </p:cNvPr>
          <p:cNvGrpSpPr/>
          <p:nvPr/>
        </p:nvGrpSpPr>
        <p:grpSpPr>
          <a:xfrm>
            <a:off x="977741" y="6653894"/>
            <a:ext cx="508158" cy="543805"/>
            <a:chOff x="0" y="0"/>
            <a:chExt cx="812800" cy="869819"/>
          </a:xfrm>
        </p:grpSpPr>
        <p:sp>
          <p:nvSpPr>
            <p:cNvPr id="30" name="Freeform 30">
              <a:extLst>
                <a:ext uri="{FF2B5EF4-FFF2-40B4-BE49-F238E27FC236}">
                  <a16:creationId xmlns:a16="http://schemas.microsoft.com/office/drawing/2014/main" id="{6DD43112-BD1E-86D9-D9C6-3C97559FC56A}"/>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a:extLst>
                <a:ext uri="{FF2B5EF4-FFF2-40B4-BE49-F238E27FC236}">
                  <a16:creationId xmlns:a16="http://schemas.microsoft.com/office/drawing/2014/main" id="{C34845E4-4A4B-0A81-5A55-14004816579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sp>
        <p:nvSpPr>
          <p:cNvPr id="32" name="Freeform 32">
            <a:extLst>
              <a:ext uri="{FF2B5EF4-FFF2-40B4-BE49-F238E27FC236}">
                <a16:creationId xmlns:a16="http://schemas.microsoft.com/office/drawing/2014/main" id="{05CB8E9D-B497-44FF-DB18-7D166BD2DA61}"/>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44" name="Group 44">
            <a:extLst>
              <a:ext uri="{FF2B5EF4-FFF2-40B4-BE49-F238E27FC236}">
                <a16:creationId xmlns:a16="http://schemas.microsoft.com/office/drawing/2014/main" id="{FBD0A79F-CA0B-2560-37ED-E07624B11027}"/>
              </a:ext>
            </a:extLst>
          </p:cNvPr>
          <p:cNvGrpSpPr/>
          <p:nvPr/>
        </p:nvGrpSpPr>
        <p:grpSpPr>
          <a:xfrm>
            <a:off x="16786360" y="-353712"/>
            <a:ext cx="10994424" cy="10994424"/>
            <a:chOff x="0" y="0"/>
            <a:chExt cx="812800" cy="812800"/>
          </a:xfrm>
        </p:grpSpPr>
        <p:sp>
          <p:nvSpPr>
            <p:cNvPr id="45" name="Freeform 45">
              <a:extLst>
                <a:ext uri="{FF2B5EF4-FFF2-40B4-BE49-F238E27FC236}">
                  <a16:creationId xmlns:a16="http://schemas.microsoft.com/office/drawing/2014/main" id="{25583CD3-FA12-1B53-043B-9FE4E18BA02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619125" cap="sq">
              <a:solidFill>
                <a:srgbClr val="FD6220">
                  <a:alpha val="11765"/>
                </a:srgbClr>
              </a:solidFill>
              <a:prstDash val="solid"/>
              <a:miter/>
            </a:ln>
          </p:spPr>
        </p:sp>
        <p:sp>
          <p:nvSpPr>
            <p:cNvPr id="46" name="TextBox 46">
              <a:extLst>
                <a:ext uri="{FF2B5EF4-FFF2-40B4-BE49-F238E27FC236}">
                  <a16:creationId xmlns:a16="http://schemas.microsoft.com/office/drawing/2014/main" id="{FA405478-0BA8-4A85-A81A-B9346174FE61}"/>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2" name="TextBox 1">
            <a:extLst>
              <a:ext uri="{FF2B5EF4-FFF2-40B4-BE49-F238E27FC236}">
                <a16:creationId xmlns:a16="http://schemas.microsoft.com/office/drawing/2014/main" id="{BC926643-39EA-932E-6755-230476B3078D}"/>
              </a:ext>
            </a:extLst>
          </p:cNvPr>
          <p:cNvSpPr txBox="1"/>
          <p:nvPr/>
        </p:nvSpPr>
        <p:spPr>
          <a:xfrm>
            <a:off x="190500" y="290493"/>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ADVANTAGES &amp; LIMITATIONS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826FB931-C025-5669-DF5D-5260D58B4B09}"/>
              </a:ext>
            </a:extLst>
          </p:cNvPr>
          <p:cNvSpPr txBox="1"/>
          <p:nvPr/>
        </p:nvSpPr>
        <p:spPr>
          <a:xfrm>
            <a:off x="2468986" y="1098022"/>
            <a:ext cx="14036040" cy="9063507"/>
          </a:xfrm>
          <a:prstGeom prst="rect">
            <a:avLst/>
          </a:prstGeom>
          <a:noFill/>
        </p:spPr>
        <p:txBody>
          <a:bodyPr wrap="square">
            <a:spAutoFit/>
          </a:bodyPr>
          <a:lstStyle/>
          <a:p>
            <a:pPr>
              <a:lnSpc>
                <a:spcPct val="150000"/>
              </a:lnSpc>
              <a:buNone/>
            </a:pPr>
            <a:r>
              <a:rPr lang="en-US" sz="2800" b="1" dirty="0">
                <a:latin typeface="Times New Roman" panose="02020603050405020304" pitchFamily="18" charset="0"/>
                <a:cs typeface="Times New Roman" panose="02020603050405020304" pitchFamily="18" charset="0"/>
              </a:rPr>
              <a:t>Advantages</a:t>
            </a:r>
          </a:p>
          <a:p>
            <a:pPr>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Easy to use and user-friendly interface </a:t>
            </a:r>
          </a:p>
          <a:p>
            <a:pPr>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Prevents overbooking using validation </a:t>
            </a:r>
          </a:p>
          <a:p>
            <a:pPr>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Provides real-time ticket availability updates </a:t>
            </a:r>
          </a:p>
          <a:p>
            <a:pPr>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Ensures data accuracy </a:t>
            </a:r>
          </a:p>
          <a:p>
            <a:pPr>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Fast and responsive using React </a:t>
            </a:r>
          </a:p>
          <a:p>
            <a:pPr>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Reduces manual work and errors </a:t>
            </a:r>
          </a:p>
          <a:p>
            <a:pPr>
              <a:lnSpc>
                <a:spcPct val="150000"/>
              </a:lnSpc>
            </a:pPr>
            <a:r>
              <a:rPr lang="en-US" sz="2800" b="1" dirty="0">
                <a:latin typeface="Times New Roman" panose="02020603050405020304" pitchFamily="18" charset="0"/>
                <a:cs typeface="Times New Roman" panose="02020603050405020304" pitchFamily="18" charset="0"/>
              </a:rPr>
              <a:t>Limitations</a:t>
            </a:r>
          </a:p>
          <a:p>
            <a:pPr>
              <a:lnSpc>
                <a:spcPct val="150000"/>
              </a:lnSpc>
            </a:pPr>
            <a:r>
              <a:rPr lang="en-US" sz="2800" dirty="0">
                <a:latin typeface="Times New Roman" panose="02020603050405020304" pitchFamily="18" charset="0"/>
                <a:cs typeface="Times New Roman" panose="02020603050405020304" pitchFamily="18" charset="0"/>
              </a:rPr>
              <a:t>Does not store booking data permanently (no database in PPT version) </a:t>
            </a:r>
          </a:p>
          <a:p>
            <a:pPr>
              <a:lnSpc>
                <a:spcPct val="150000"/>
              </a:lnSpc>
            </a:pPr>
            <a:r>
              <a:rPr lang="en-US" sz="2800" dirty="0">
                <a:latin typeface="Times New Roman" panose="02020603050405020304" pitchFamily="18" charset="0"/>
                <a:cs typeface="Times New Roman" panose="02020603050405020304" pitchFamily="18" charset="0"/>
              </a:rPr>
              <a:t>No user authentication system </a:t>
            </a:r>
          </a:p>
          <a:p>
            <a:pPr>
              <a:lnSpc>
                <a:spcPct val="150000"/>
              </a:lnSpc>
            </a:pPr>
            <a:r>
              <a:rPr lang="en-US" sz="2800" dirty="0">
                <a:latin typeface="Times New Roman" panose="02020603050405020304" pitchFamily="18" charset="0"/>
                <a:cs typeface="Times New Roman" panose="02020603050405020304" pitchFamily="18" charset="0"/>
              </a:rPr>
              <a:t>Supports only a single event </a:t>
            </a:r>
          </a:p>
          <a:p>
            <a:pPr>
              <a:lnSpc>
                <a:spcPct val="150000"/>
              </a:lnSpc>
            </a:pPr>
            <a:r>
              <a:rPr lang="en-US" sz="2800" dirty="0">
                <a:latin typeface="Times New Roman" panose="02020603050405020304" pitchFamily="18" charset="0"/>
                <a:cs typeface="Times New Roman" panose="02020603050405020304" pitchFamily="18" charset="0"/>
              </a:rPr>
              <a:t>Basic UI design </a:t>
            </a:r>
          </a:p>
          <a:p>
            <a:pPr>
              <a:lnSpc>
                <a:spcPct val="150000"/>
              </a:lnSpc>
            </a:pPr>
            <a:r>
              <a:rPr lang="en-US" sz="2800" dirty="0">
                <a:latin typeface="Times New Roman" panose="02020603050405020304" pitchFamily="18" charset="0"/>
                <a:cs typeface="Times New Roman" panose="02020603050405020304" pitchFamily="18" charset="0"/>
              </a:rPr>
              <a:t>No payment integration</a:t>
            </a:r>
          </a:p>
          <a:p>
            <a:pPr>
              <a:lnSpc>
                <a:spcPct val="150000"/>
              </a:lnSpc>
            </a:pPr>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3897679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32" name="Freeform 32"/>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43" name="TextBox 43"/>
          <p:cNvSpPr txBox="1"/>
          <p:nvPr/>
        </p:nvSpPr>
        <p:spPr>
          <a:xfrm>
            <a:off x="3200400" y="4486172"/>
            <a:ext cx="11159653" cy="1314655"/>
          </a:xfrm>
          <a:prstGeom prst="rect">
            <a:avLst/>
          </a:prstGeom>
        </p:spPr>
        <p:txBody>
          <a:bodyPr wrap="square" lIns="0" tIns="0" rIns="0" bIns="0" rtlCol="0" anchor="t">
            <a:spAutoFit/>
          </a:bodyPr>
          <a:lstStyle/>
          <a:p>
            <a:pPr algn="ctr">
              <a:lnSpc>
                <a:spcPts val="10149"/>
              </a:lnSpc>
            </a:pPr>
            <a:r>
              <a:rPr lang="en-US" sz="11153" b="1" i="1" dirty="0">
                <a:solidFill>
                  <a:srgbClr val="191919"/>
                </a:solidFill>
                <a:latin typeface="Gotham Bold Italics"/>
                <a:ea typeface="Gotham Bold Italics"/>
                <a:cs typeface="Gotham Bold Italics"/>
                <a:sym typeface="Gotham Bold Italics"/>
              </a:rPr>
              <a:t>Thank you</a:t>
            </a:r>
          </a:p>
        </p:txBody>
      </p:sp>
      <p:grpSp>
        <p:nvGrpSpPr>
          <p:cNvPr id="44" name="Group 44"/>
          <p:cNvGrpSpPr/>
          <p:nvPr/>
        </p:nvGrpSpPr>
        <p:grpSpPr>
          <a:xfrm>
            <a:off x="16786360" y="-353712"/>
            <a:ext cx="10994424" cy="10994424"/>
            <a:chOff x="0" y="0"/>
            <a:chExt cx="812800" cy="812800"/>
          </a:xfrm>
        </p:grpSpPr>
        <p:sp>
          <p:nvSpPr>
            <p:cNvPr id="45" name="Freeform 4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619125" cap="sq">
              <a:solidFill>
                <a:srgbClr val="FD6220">
                  <a:alpha val="11765"/>
                </a:srgbClr>
              </a:solidFill>
              <a:prstDash val="solid"/>
              <a:miter/>
            </a:ln>
          </p:spPr>
        </p:sp>
        <p:sp>
          <p:nvSpPr>
            <p:cNvPr id="46" name="TextBox 46"/>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295</TotalTime>
  <Words>1115</Words>
  <Application>Microsoft Office PowerPoint</Application>
  <PresentationFormat>Custom</PresentationFormat>
  <Paragraphs>218</Paragraphs>
  <Slides>15</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15</vt:i4>
      </vt:variant>
    </vt:vector>
  </HeadingPairs>
  <TitlesOfParts>
    <vt:vector size="23" baseType="lpstr">
      <vt:lpstr>Bookman Old Style</vt:lpstr>
      <vt:lpstr>Calibri</vt:lpstr>
      <vt:lpstr>Cambria</vt:lpstr>
      <vt:lpstr>Arial</vt:lpstr>
      <vt:lpstr>Gotham Bold Italics</vt:lpstr>
      <vt:lpstr>Times New Roman</vt:lpstr>
      <vt:lpstr>Gotham</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White and Orange Simple Portfolio Presentation</dc:title>
  <dc:creator>PUJITHA EMMADISETTY</dc:creator>
  <cp:lastModifiedBy>PUJITHA EMMADISETTY</cp:lastModifiedBy>
  <cp:revision>11</cp:revision>
  <dcterms:created xsi:type="dcterms:W3CDTF">2006-08-16T00:00:00Z</dcterms:created>
  <dcterms:modified xsi:type="dcterms:W3CDTF">2026-05-04T17:45:19Z</dcterms:modified>
  <dc:identifier>DAHCaYqJ9OU</dc:identifier>
</cp:coreProperties>
</file>